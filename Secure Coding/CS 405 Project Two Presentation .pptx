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1" r:id="rId10"/>
    <p:sldId id="262" r:id="rId11"/>
    <p:sldId id="263" r:id="rId12"/>
    <p:sldId id="270" r:id="rId13"/>
    <p:sldId id="271" r:id="rId14"/>
    <p:sldId id="272" r:id="rId15"/>
    <p:sldId id="264" r:id="rId16"/>
    <p:sldId id="265" r:id="rId17"/>
    <p:sldId id="266" r:id="rId18"/>
    <p:sldId id="267" r:id="rId19"/>
    <p:sldId id="268" r:id="rId20"/>
    <p:sldId id="269" r:id="rId21"/>
  </p:sldIdLst>
  <p:sldSz cx="12192000" cy="6858000"/>
  <p:notesSz cx="6858000" cy="9144000"/>
  <p:embeddedFontLst>
    <p:embeddedFont>
      <p:font typeface="Century Gothic" panose="020B0502020202020204" pitchFamily="34" charset="0"/>
      <p:regular r:id="rId23"/>
      <p:bold r:id="rId24"/>
      <p:italic r:id="rId25"/>
      <p:boldItalic r:id="rId26"/>
    </p:embeddedFont>
  </p:embeddedFontLst>
  <p:custDataLst>
    <p:tags r:id="rId27"/>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8"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4A3F57-374B-FE37-47FF-DD75DBBD6F0D}" v="110" dt="2026-04-18T20:48:41.469"/>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gs" Target="tags/tag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y, Evan" userId="S::evan.nagy@snhu.edu::f0077392-42c9-4cee-a015-ba90c750715a" providerId="AD" clId="Web-{5A4A3F57-374B-FE37-47FF-DD75DBBD6F0D}"/>
    <pc:docChg chg="addSld delSld modSld sldOrd">
      <pc:chgData name="Nagy, Evan" userId="S::evan.nagy@snhu.edu::f0077392-42c9-4cee-a015-ba90c750715a" providerId="AD" clId="Web-{5A4A3F57-374B-FE37-47FF-DD75DBBD6F0D}" dt="2026-04-18T20:48:41.469" v="103" actId="20577"/>
      <pc:docMkLst>
        <pc:docMk/>
      </pc:docMkLst>
      <pc:sldChg chg="addSp delSp modSp">
        <pc:chgData name="Nagy, Evan" userId="S::evan.nagy@snhu.edu::f0077392-42c9-4cee-a015-ba90c750715a" providerId="AD" clId="Web-{5A4A3F57-374B-FE37-47FF-DD75DBBD6F0D}" dt="2026-04-18T19:13:36.630" v="54" actId="20577"/>
        <pc:sldMkLst>
          <pc:docMk/>
          <pc:sldMk cId="0" sldId="263"/>
        </pc:sldMkLst>
        <pc:spChg chg="add del mod">
          <ac:chgData name="Nagy, Evan" userId="S::evan.nagy@snhu.edu::f0077392-42c9-4cee-a015-ba90c750715a" providerId="AD" clId="Web-{5A4A3F57-374B-FE37-47FF-DD75DBBD6F0D}" dt="2026-04-18T19:11:56.706" v="36"/>
          <ac:spMkLst>
            <pc:docMk/>
            <pc:sldMk cId="0" sldId="263"/>
            <ac:spMk id="4" creationId="{B7C940A9-F148-FECB-5B24-5D2FCAB4AACC}"/>
          </ac:spMkLst>
        </pc:spChg>
        <pc:spChg chg="mod">
          <ac:chgData name="Nagy, Evan" userId="S::evan.nagy@snhu.edu::f0077392-42c9-4cee-a015-ba90c750715a" providerId="AD" clId="Web-{5A4A3F57-374B-FE37-47FF-DD75DBBD6F0D}" dt="2026-04-18T19:13:36.630" v="54" actId="20577"/>
          <ac:spMkLst>
            <pc:docMk/>
            <pc:sldMk cId="0" sldId="263"/>
            <ac:spMk id="195" creationId="{00000000-0000-0000-0000-000000000000}"/>
          </ac:spMkLst>
        </pc:spChg>
        <pc:spChg chg="del mod">
          <ac:chgData name="Nagy, Evan" userId="S::evan.nagy@snhu.edu::f0077392-42c9-4cee-a015-ba90c750715a" providerId="AD" clId="Web-{5A4A3F57-374B-FE37-47FF-DD75DBBD6F0D}" dt="2026-04-18T19:11:52.846" v="35"/>
          <ac:spMkLst>
            <pc:docMk/>
            <pc:sldMk cId="0" sldId="263"/>
            <ac:spMk id="196" creationId="{00000000-0000-0000-0000-000000000000}"/>
          </ac:spMkLst>
        </pc:spChg>
        <pc:picChg chg="add mod">
          <ac:chgData name="Nagy, Evan" userId="S::evan.nagy@snhu.edu::f0077392-42c9-4cee-a015-ba90c750715a" providerId="AD" clId="Web-{5A4A3F57-374B-FE37-47FF-DD75DBBD6F0D}" dt="2026-04-18T19:12:00.926" v="37" actId="1076"/>
          <ac:picMkLst>
            <pc:docMk/>
            <pc:sldMk cId="0" sldId="263"/>
            <ac:picMk id="2" creationId="{85E1F5CB-13F0-4168-8DB7-860ECCF9017E}"/>
          </ac:picMkLst>
        </pc:picChg>
        <pc:picChg chg="add mod">
          <ac:chgData name="Nagy, Evan" userId="S::evan.nagy@snhu.edu::f0077392-42c9-4cee-a015-ba90c750715a" providerId="AD" clId="Web-{5A4A3F57-374B-FE37-47FF-DD75DBBD6F0D}" dt="2026-04-18T19:12:49.920" v="40" actId="1076"/>
          <ac:picMkLst>
            <pc:docMk/>
            <pc:sldMk cId="0" sldId="263"/>
            <ac:picMk id="5" creationId="{66394CE4-34AE-D771-12E4-69ECB781004C}"/>
          </ac:picMkLst>
        </pc:picChg>
      </pc:sldChg>
      <pc:sldChg chg="modSp">
        <pc:chgData name="Nagy, Evan" userId="S::evan.nagy@snhu.edu::f0077392-42c9-4cee-a015-ba90c750715a" providerId="AD" clId="Web-{5A4A3F57-374B-FE37-47FF-DD75DBBD6F0D}" dt="2026-04-18T19:10:14.614" v="27" actId="20577"/>
        <pc:sldMkLst>
          <pc:docMk/>
          <pc:sldMk cId="0" sldId="269"/>
        </pc:sldMkLst>
        <pc:spChg chg="mod">
          <ac:chgData name="Nagy, Evan" userId="S::evan.nagy@snhu.edu::f0077392-42c9-4cee-a015-ba90c750715a" providerId="AD" clId="Web-{5A4A3F57-374B-FE37-47FF-DD75DBBD6F0D}" dt="2026-04-18T19:10:14.614" v="27" actId="20577"/>
          <ac:spMkLst>
            <pc:docMk/>
            <pc:sldMk cId="0" sldId="269"/>
            <ac:spMk id="238" creationId="{00000000-0000-0000-0000-000000000000}"/>
          </ac:spMkLst>
        </pc:spChg>
      </pc:sldChg>
      <pc:sldChg chg="new del ord">
        <pc:chgData name="Nagy, Evan" userId="S::evan.nagy@snhu.edu::f0077392-42c9-4cee-a015-ba90c750715a" providerId="AD" clId="Web-{5A4A3F57-374B-FE37-47FF-DD75DBBD6F0D}" dt="2026-04-18T19:10:41.083" v="30"/>
        <pc:sldMkLst>
          <pc:docMk/>
          <pc:sldMk cId="1660633909" sldId="270"/>
        </pc:sldMkLst>
      </pc:sldChg>
      <pc:sldChg chg="addSp delSp modSp add replId">
        <pc:chgData name="Nagy, Evan" userId="S::evan.nagy@snhu.edu::f0077392-42c9-4cee-a015-ba90c750715a" providerId="AD" clId="Web-{5A4A3F57-374B-FE37-47FF-DD75DBBD6F0D}" dt="2026-04-18T19:14:49.622" v="72" actId="1076"/>
        <pc:sldMkLst>
          <pc:docMk/>
          <pc:sldMk cId="2320475265" sldId="270"/>
        </pc:sldMkLst>
        <pc:spChg chg="mod">
          <ac:chgData name="Nagy, Evan" userId="S::evan.nagy@snhu.edu::f0077392-42c9-4cee-a015-ba90c750715a" providerId="AD" clId="Web-{5A4A3F57-374B-FE37-47FF-DD75DBBD6F0D}" dt="2026-04-18T19:13:56.257" v="64" actId="20577"/>
          <ac:spMkLst>
            <pc:docMk/>
            <pc:sldMk cId="2320475265" sldId="270"/>
            <ac:spMk id="195" creationId="{EBABFA21-E322-B291-159C-A092FDDC2627}"/>
          </ac:spMkLst>
        </pc:spChg>
        <pc:picChg chg="del">
          <ac:chgData name="Nagy, Evan" userId="S::evan.nagy@snhu.edu::f0077392-42c9-4cee-a015-ba90c750715a" providerId="AD" clId="Web-{5A4A3F57-374B-FE37-47FF-DD75DBBD6F0D}" dt="2026-04-18T19:13:57.554" v="66"/>
          <ac:picMkLst>
            <pc:docMk/>
            <pc:sldMk cId="2320475265" sldId="270"/>
            <ac:picMk id="2" creationId="{6922A244-E9BE-8E00-91A7-28C5AC8AC558}"/>
          </ac:picMkLst>
        </pc:picChg>
        <pc:picChg chg="add mod">
          <ac:chgData name="Nagy, Evan" userId="S::evan.nagy@snhu.edu::f0077392-42c9-4cee-a015-ba90c750715a" providerId="AD" clId="Web-{5A4A3F57-374B-FE37-47FF-DD75DBBD6F0D}" dt="2026-04-18T19:14:47.903" v="71" actId="1076"/>
          <ac:picMkLst>
            <pc:docMk/>
            <pc:sldMk cId="2320475265" sldId="270"/>
            <ac:picMk id="3" creationId="{E315067E-2F86-5D69-5062-F03467D60C02}"/>
          </ac:picMkLst>
        </pc:picChg>
        <pc:picChg chg="add mod">
          <ac:chgData name="Nagy, Evan" userId="S::evan.nagy@snhu.edu::f0077392-42c9-4cee-a015-ba90c750715a" providerId="AD" clId="Web-{5A4A3F57-374B-FE37-47FF-DD75DBBD6F0D}" dt="2026-04-18T19:14:49.622" v="72" actId="1076"/>
          <ac:picMkLst>
            <pc:docMk/>
            <pc:sldMk cId="2320475265" sldId="270"/>
            <ac:picMk id="4" creationId="{7048992B-51A0-DB36-91D0-76CBD54E2BE6}"/>
          </ac:picMkLst>
        </pc:picChg>
        <pc:picChg chg="del">
          <ac:chgData name="Nagy, Evan" userId="S::evan.nagy@snhu.edu::f0077392-42c9-4cee-a015-ba90c750715a" providerId="AD" clId="Web-{5A4A3F57-374B-FE37-47FF-DD75DBBD6F0D}" dt="2026-04-18T19:13:57.554" v="65"/>
          <ac:picMkLst>
            <pc:docMk/>
            <pc:sldMk cId="2320475265" sldId="270"/>
            <ac:picMk id="5" creationId="{EE6D2B5A-D4B7-95C7-1361-D0901CCBC017}"/>
          </ac:picMkLst>
        </pc:picChg>
      </pc:sldChg>
      <pc:sldChg chg="addSp delSp modSp add replId">
        <pc:chgData name="Nagy, Evan" userId="S::evan.nagy@snhu.edu::f0077392-42c9-4cee-a015-ba90c750715a" providerId="AD" clId="Web-{5A4A3F57-374B-FE37-47FF-DD75DBBD6F0D}" dt="2026-04-18T20:30:10.124" v="90" actId="1076"/>
        <pc:sldMkLst>
          <pc:docMk/>
          <pc:sldMk cId="1109187080" sldId="271"/>
        </pc:sldMkLst>
        <pc:spChg chg="mod">
          <ac:chgData name="Nagy, Evan" userId="S::evan.nagy@snhu.edu::f0077392-42c9-4cee-a015-ba90c750715a" providerId="AD" clId="Web-{5A4A3F57-374B-FE37-47FF-DD75DBBD6F0D}" dt="2026-04-18T20:30:01.201" v="87" actId="20577"/>
          <ac:spMkLst>
            <pc:docMk/>
            <pc:sldMk cId="1109187080" sldId="271"/>
            <ac:spMk id="195" creationId="{2055CAEB-675A-2804-8C00-67B1F1D13E5A}"/>
          </ac:spMkLst>
        </pc:spChg>
        <pc:picChg chg="add mod">
          <ac:chgData name="Nagy, Evan" userId="S::evan.nagy@snhu.edu::f0077392-42c9-4cee-a015-ba90c750715a" providerId="AD" clId="Web-{5A4A3F57-374B-FE37-47FF-DD75DBBD6F0D}" dt="2026-04-18T20:30:02.279" v="88" actId="1076"/>
          <ac:picMkLst>
            <pc:docMk/>
            <pc:sldMk cId="1109187080" sldId="271"/>
            <ac:picMk id="2" creationId="{2433783F-F8CB-40F7-583F-AC7CEF890607}"/>
          </ac:picMkLst>
        </pc:picChg>
        <pc:picChg chg="del">
          <ac:chgData name="Nagy, Evan" userId="S::evan.nagy@snhu.edu::f0077392-42c9-4cee-a015-ba90c750715a" providerId="AD" clId="Web-{5A4A3F57-374B-FE37-47FF-DD75DBBD6F0D}" dt="2026-04-18T20:28:56.788" v="75"/>
          <ac:picMkLst>
            <pc:docMk/>
            <pc:sldMk cId="1109187080" sldId="271"/>
            <ac:picMk id="3" creationId="{644CDCA5-7BF2-FF36-4F6E-75A17F2B4E43}"/>
          </ac:picMkLst>
        </pc:picChg>
        <pc:picChg chg="del">
          <ac:chgData name="Nagy, Evan" userId="S::evan.nagy@snhu.edu::f0077392-42c9-4cee-a015-ba90c750715a" providerId="AD" clId="Web-{5A4A3F57-374B-FE37-47FF-DD75DBBD6F0D}" dt="2026-04-18T20:28:56.788" v="74"/>
          <ac:picMkLst>
            <pc:docMk/>
            <pc:sldMk cId="1109187080" sldId="271"/>
            <ac:picMk id="4" creationId="{45C23DD3-29A2-DA21-CC40-D97ED3CD6DC9}"/>
          </ac:picMkLst>
        </pc:picChg>
        <pc:picChg chg="add mod">
          <ac:chgData name="Nagy, Evan" userId="S::evan.nagy@snhu.edu::f0077392-42c9-4cee-a015-ba90c750715a" providerId="AD" clId="Web-{5A4A3F57-374B-FE37-47FF-DD75DBBD6F0D}" dt="2026-04-18T20:30:10.124" v="90" actId="1076"/>
          <ac:picMkLst>
            <pc:docMk/>
            <pc:sldMk cId="1109187080" sldId="271"/>
            <ac:picMk id="5" creationId="{07EB5F45-117E-992C-C82D-8DA80F667EA2}"/>
          </ac:picMkLst>
        </pc:picChg>
      </pc:sldChg>
      <pc:sldChg chg="addSp delSp modSp add replId">
        <pc:chgData name="Nagy, Evan" userId="S::evan.nagy@snhu.edu::f0077392-42c9-4cee-a015-ba90c750715a" providerId="AD" clId="Web-{5A4A3F57-374B-FE37-47FF-DD75DBBD6F0D}" dt="2026-04-18T20:48:41.469" v="103" actId="20577"/>
        <pc:sldMkLst>
          <pc:docMk/>
          <pc:sldMk cId="1178677172" sldId="272"/>
        </pc:sldMkLst>
        <pc:spChg chg="mod">
          <ac:chgData name="Nagy, Evan" userId="S::evan.nagy@snhu.edu::f0077392-42c9-4cee-a015-ba90c750715a" providerId="AD" clId="Web-{5A4A3F57-374B-FE37-47FF-DD75DBBD6F0D}" dt="2026-04-18T20:48:41.469" v="103" actId="20577"/>
          <ac:spMkLst>
            <pc:docMk/>
            <pc:sldMk cId="1178677172" sldId="272"/>
            <ac:spMk id="195" creationId="{5CF17D57-6FE1-4F43-B48A-75C90052FDC6}"/>
          </ac:spMkLst>
        </pc:spChg>
        <pc:picChg chg="del">
          <ac:chgData name="Nagy, Evan" userId="S::evan.nagy@snhu.edu::f0077392-42c9-4cee-a015-ba90c750715a" providerId="AD" clId="Web-{5A4A3F57-374B-FE37-47FF-DD75DBBD6F0D}" dt="2026-04-18T20:47:59.060" v="92"/>
          <ac:picMkLst>
            <pc:docMk/>
            <pc:sldMk cId="1178677172" sldId="272"/>
            <ac:picMk id="2" creationId="{7C428221-4FD4-8BB2-2379-F9E760A68473}"/>
          </ac:picMkLst>
        </pc:picChg>
        <pc:picChg chg="add mod">
          <ac:chgData name="Nagy, Evan" userId="S::evan.nagy@snhu.edu::f0077392-42c9-4cee-a015-ba90c750715a" providerId="AD" clId="Web-{5A4A3F57-374B-FE37-47FF-DD75DBBD6F0D}" dt="2026-04-18T20:48:08.076" v="96" actId="1076"/>
          <ac:picMkLst>
            <pc:docMk/>
            <pc:sldMk cId="1178677172" sldId="272"/>
            <ac:picMk id="3" creationId="{C793E2B4-347D-4898-F856-A68D183E7210}"/>
          </ac:picMkLst>
        </pc:picChg>
        <pc:picChg chg="add mod">
          <ac:chgData name="Nagy, Evan" userId="S::evan.nagy@snhu.edu::f0077392-42c9-4cee-a015-ba90c750715a" providerId="AD" clId="Web-{5A4A3F57-374B-FE37-47FF-DD75DBBD6F0D}" dt="2026-04-18T20:48:28.656" v="98" actId="1076"/>
          <ac:picMkLst>
            <pc:docMk/>
            <pc:sldMk cId="1178677172" sldId="272"/>
            <ac:picMk id="4" creationId="{569B8F3D-B8A9-918F-CAD4-539D78CB36D9}"/>
          </ac:picMkLst>
        </pc:picChg>
        <pc:picChg chg="del">
          <ac:chgData name="Nagy, Evan" userId="S::evan.nagy@snhu.edu::f0077392-42c9-4cee-a015-ba90c750715a" providerId="AD" clId="Web-{5A4A3F57-374B-FE37-47FF-DD75DBBD6F0D}" dt="2026-04-18T20:47:59.888" v="93"/>
          <ac:picMkLst>
            <pc:docMk/>
            <pc:sldMk cId="1178677172" sldId="272"/>
            <ac:picMk id="5" creationId="{75EA0C40-39CA-3B7C-1CE1-384424508123}"/>
          </ac:picMkLst>
        </pc:picChg>
      </pc:sldChg>
    </pc:docChg>
  </pc:docChgLst>
  <pc:docChgLst>
    <pc:chgData name="Nagy, Evan" userId="S::evan.nagy@snhu.edu::f0077392-42c9-4cee-a015-ba90c750715a" providerId="AD" clId="Web-{007DA816-F53F-051C-B6AD-CD92E00007F0}"/>
    <pc:docChg chg="modSld">
      <pc:chgData name="Nagy, Evan" userId="S::evan.nagy@snhu.edu::f0077392-42c9-4cee-a015-ba90c750715a" providerId="AD" clId="Web-{007DA816-F53F-051C-B6AD-CD92E00007F0}" dt="2026-04-13T13:56:32.884" v="5332" actId="20577"/>
      <pc:docMkLst>
        <pc:docMk/>
      </pc:docMkLst>
      <pc:sldChg chg="modSp">
        <pc:chgData name="Nagy, Evan" userId="S::evan.nagy@snhu.edu::f0077392-42c9-4cee-a015-ba90c750715a" providerId="AD" clId="Web-{007DA816-F53F-051C-B6AD-CD92E00007F0}" dt="2026-04-13T12:39:12.934" v="4" actId="20577"/>
        <pc:sldMkLst>
          <pc:docMk/>
          <pc:sldMk cId="0" sldId="256"/>
        </pc:sldMkLst>
        <pc:spChg chg="mod">
          <ac:chgData name="Nagy, Evan" userId="S::evan.nagy@snhu.edu::f0077392-42c9-4cee-a015-ba90c750715a" providerId="AD" clId="Web-{007DA816-F53F-051C-B6AD-CD92E00007F0}" dt="2026-04-13T12:39:12.934" v="4" actId="20577"/>
          <ac:spMkLst>
            <pc:docMk/>
            <pc:sldMk cId="0" sldId="256"/>
            <ac:spMk id="145" creationId="{00000000-0000-0000-0000-000000000000}"/>
          </ac:spMkLst>
        </pc:spChg>
      </pc:sldChg>
      <pc:sldChg chg="modSp">
        <pc:chgData name="Nagy, Evan" userId="S::evan.nagy@snhu.edu::f0077392-42c9-4cee-a015-ba90c750715a" providerId="AD" clId="Web-{007DA816-F53F-051C-B6AD-CD92E00007F0}" dt="2026-04-13T12:41:50.044" v="132" actId="20577"/>
        <pc:sldMkLst>
          <pc:docMk/>
          <pc:sldMk cId="0" sldId="257"/>
        </pc:sldMkLst>
        <pc:spChg chg="mod">
          <ac:chgData name="Nagy, Evan" userId="S::evan.nagy@snhu.edu::f0077392-42c9-4cee-a015-ba90c750715a" providerId="AD" clId="Web-{007DA816-F53F-051C-B6AD-CD92E00007F0}" dt="2026-04-13T12:41:22.591" v="127" actId="1076"/>
          <ac:spMkLst>
            <pc:docMk/>
            <pc:sldMk cId="0" sldId="257"/>
            <ac:spMk id="151" creationId="{00000000-0000-0000-0000-000000000000}"/>
          </ac:spMkLst>
        </pc:spChg>
        <pc:spChg chg="mod">
          <ac:chgData name="Nagy, Evan" userId="S::evan.nagy@snhu.edu::f0077392-42c9-4cee-a015-ba90c750715a" providerId="AD" clId="Web-{007DA816-F53F-051C-B6AD-CD92E00007F0}" dt="2026-04-13T12:41:50.044" v="132" actId="20577"/>
          <ac:spMkLst>
            <pc:docMk/>
            <pc:sldMk cId="0" sldId="257"/>
            <ac:spMk id="152" creationId="{00000000-0000-0000-0000-000000000000}"/>
          </ac:spMkLst>
        </pc:spChg>
      </pc:sldChg>
      <pc:sldChg chg="modSp">
        <pc:chgData name="Nagy, Evan" userId="S::evan.nagy@snhu.edu::f0077392-42c9-4cee-a015-ba90c750715a" providerId="AD" clId="Web-{007DA816-F53F-051C-B6AD-CD92E00007F0}" dt="2026-04-13T13:08:11.944" v="531"/>
        <pc:sldMkLst>
          <pc:docMk/>
          <pc:sldMk cId="0" sldId="258"/>
        </pc:sldMkLst>
        <pc:spChg chg="mod">
          <ac:chgData name="Nagy, Evan" userId="S::evan.nagy@snhu.edu::f0077392-42c9-4cee-a015-ba90c750715a" providerId="AD" clId="Web-{007DA816-F53F-051C-B6AD-CD92E00007F0}" dt="2026-04-13T12:43:45.701" v="257" actId="20577"/>
          <ac:spMkLst>
            <pc:docMk/>
            <pc:sldMk cId="0" sldId="258"/>
            <ac:spMk id="160" creationId="{00000000-0000-0000-0000-000000000000}"/>
          </ac:spMkLst>
        </pc:spChg>
        <pc:graphicFrameChg chg="mod modGraphic">
          <ac:chgData name="Nagy, Evan" userId="S::evan.nagy@snhu.edu::f0077392-42c9-4cee-a015-ba90c750715a" providerId="AD" clId="Web-{007DA816-F53F-051C-B6AD-CD92E00007F0}" dt="2026-04-13T13:08:11.944" v="531"/>
          <ac:graphicFrameMkLst>
            <pc:docMk/>
            <pc:sldMk cId="0" sldId="258"/>
            <ac:graphicFrameMk id="161" creationId="{00000000-0000-0000-0000-000000000000}"/>
          </ac:graphicFrameMkLst>
        </pc:graphicFrameChg>
      </pc:sldChg>
      <pc:sldChg chg="modSp">
        <pc:chgData name="Nagy, Evan" userId="S::evan.nagy@snhu.edu::f0077392-42c9-4cee-a015-ba90c750715a" providerId="AD" clId="Web-{007DA816-F53F-051C-B6AD-CD92E00007F0}" dt="2026-04-13T13:13:48.663" v="776" actId="20577"/>
        <pc:sldMkLst>
          <pc:docMk/>
          <pc:sldMk cId="0" sldId="259"/>
        </pc:sldMkLst>
        <pc:spChg chg="mod">
          <ac:chgData name="Nagy, Evan" userId="S::evan.nagy@snhu.edu::f0077392-42c9-4cee-a015-ba90c750715a" providerId="AD" clId="Web-{007DA816-F53F-051C-B6AD-CD92E00007F0}" dt="2026-04-13T13:13:48.663" v="776" actId="20577"/>
          <ac:spMkLst>
            <pc:docMk/>
            <pc:sldMk cId="0" sldId="259"/>
            <ac:spMk id="168" creationId="{00000000-0000-0000-0000-000000000000}"/>
          </ac:spMkLst>
        </pc:spChg>
      </pc:sldChg>
      <pc:sldChg chg="modSp">
        <pc:chgData name="Nagy, Evan" userId="S::evan.nagy@snhu.edu::f0077392-42c9-4cee-a015-ba90c750715a" providerId="AD" clId="Web-{007DA816-F53F-051C-B6AD-CD92E00007F0}" dt="2026-04-13T13:19:01.460" v="1112" actId="20577"/>
        <pc:sldMkLst>
          <pc:docMk/>
          <pc:sldMk cId="0" sldId="260"/>
        </pc:sldMkLst>
        <pc:spChg chg="mod">
          <ac:chgData name="Nagy, Evan" userId="S::evan.nagy@snhu.edu::f0077392-42c9-4cee-a015-ba90c750715a" providerId="AD" clId="Web-{007DA816-F53F-051C-B6AD-CD92E00007F0}" dt="2026-04-13T13:14:41.756" v="791" actId="20577"/>
          <ac:spMkLst>
            <pc:docMk/>
            <pc:sldMk cId="0" sldId="260"/>
            <ac:spMk id="174" creationId="{00000000-0000-0000-0000-000000000000}"/>
          </ac:spMkLst>
        </pc:spChg>
        <pc:spChg chg="mod">
          <ac:chgData name="Nagy, Evan" userId="S::evan.nagy@snhu.edu::f0077392-42c9-4cee-a015-ba90c750715a" providerId="AD" clId="Web-{007DA816-F53F-051C-B6AD-CD92E00007F0}" dt="2026-04-13T13:19:01.460" v="1112" actId="20577"/>
          <ac:spMkLst>
            <pc:docMk/>
            <pc:sldMk cId="0" sldId="260"/>
            <ac:spMk id="175" creationId="{00000000-0000-0000-0000-000000000000}"/>
          </ac:spMkLst>
        </pc:spChg>
      </pc:sldChg>
      <pc:sldChg chg="addSp delSp modSp">
        <pc:chgData name="Nagy, Evan" userId="S::evan.nagy@snhu.edu::f0077392-42c9-4cee-a015-ba90c750715a" providerId="AD" clId="Web-{007DA816-F53F-051C-B6AD-CD92E00007F0}" dt="2026-04-13T13:30:47.305" v="2360"/>
        <pc:sldMkLst>
          <pc:docMk/>
          <pc:sldMk cId="0" sldId="261"/>
        </pc:sldMkLst>
        <pc:spChg chg="add mod">
          <ac:chgData name="Nagy, Evan" userId="S::evan.nagy@snhu.edu::f0077392-42c9-4cee-a015-ba90c750715a" providerId="AD" clId="Web-{007DA816-F53F-051C-B6AD-CD92E00007F0}" dt="2026-04-13T13:27:20.913" v="1956" actId="14100"/>
          <ac:spMkLst>
            <pc:docMk/>
            <pc:sldMk cId="0" sldId="261"/>
            <ac:spMk id="4" creationId="{6BF6395A-2FD2-5297-2228-BDEA52BB4DF1}"/>
          </ac:spMkLst>
        </pc:spChg>
        <pc:graphicFrameChg chg="add mod modGraphic">
          <ac:chgData name="Nagy, Evan" userId="S::evan.nagy@snhu.edu::f0077392-42c9-4cee-a015-ba90c750715a" providerId="AD" clId="Web-{007DA816-F53F-051C-B6AD-CD92E00007F0}" dt="2026-04-13T13:30:47.305" v="2360"/>
          <ac:graphicFrameMkLst>
            <pc:docMk/>
            <pc:sldMk cId="0" sldId="261"/>
            <ac:graphicFrameMk id="2" creationId="{17A608AB-D949-CF49-5CCC-2478B24F19AF}"/>
          </ac:graphicFrameMkLst>
        </pc:graphicFrameChg>
      </pc:sldChg>
      <pc:sldChg chg="addSp delSp modSp">
        <pc:chgData name="Nagy, Evan" userId="S::evan.nagy@snhu.edu::f0077392-42c9-4cee-a015-ba90c750715a" providerId="AD" clId="Web-{007DA816-F53F-051C-B6AD-CD92E00007F0}" dt="2026-04-13T13:40:44.008" v="4081"/>
        <pc:sldMkLst>
          <pc:docMk/>
          <pc:sldMk cId="0" sldId="262"/>
        </pc:sldMkLst>
        <pc:graphicFrameChg chg="add mod modGraphic">
          <ac:chgData name="Nagy, Evan" userId="S::evan.nagy@snhu.edu::f0077392-42c9-4cee-a015-ba90c750715a" providerId="AD" clId="Web-{007DA816-F53F-051C-B6AD-CD92E00007F0}" dt="2026-04-13T13:40:44.008" v="4081"/>
          <ac:graphicFrameMkLst>
            <pc:docMk/>
            <pc:sldMk cId="0" sldId="262"/>
            <ac:graphicFrameMk id="2" creationId="{2C482364-CC74-C92B-BB64-17239AD7C405}"/>
          </ac:graphicFrameMkLst>
        </pc:graphicFrameChg>
      </pc:sldChg>
      <pc:sldChg chg="addSp delSp modSp">
        <pc:chgData name="Nagy, Evan" userId="S::evan.nagy@snhu.edu::f0077392-42c9-4cee-a015-ba90c750715a" providerId="AD" clId="Web-{007DA816-F53F-051C-B6AD-CD92E00007F0}" dt="2026-04-13T13:44:46.337" v="4253" actId="20577"/>
        <pc:sldMkLst>
          <pc:docMk/>
          <pc:sldMk cId="0" sldId="264"/>
        </pc:sldMkLst>
        <pc:spChg chg="add mod">
          <ac:chgData name="Nagy, Evan" userId="S::evan.nagy@snhu.edu::f0077392-42c9-4cee-a015-ba90c750715a" providerId="AD" clId="Web-{007DA816-F53F-051C-B6AD-CD92E00007F0}" dt="2026-04-13T13:44:46.337" v="4253" actId="20577"/>
          <ac:spMkLst>
            <pc:docMk/>
            <pc:sldMk cId="0" sldId="264"/>
            <ac:spMk id="3" creationId="{3553B40F-14C3-5D63-ED01-2D5FB1F5F7B4}"/>
          </ac:spMkLst>
        </pc:spChg>
        <pc:picChg chg="mod">
          <ac:chgData name="Nagy, Evan" userId="S::evan.nagy@snhu.edu::f0077392-42c9-4cee-a015-ba90c750715a" providerId="AD" clId="Web-{007DA816-F53F-051C-B6AD-CD92E00007F0}" dt="2026-04-13T13:41:35.649" v="4084" actId="1076"/>
          <ac:picMkLst>
            <pc:docMk/>
            <pc:sldMk cId="0" sldId="264"/>
            <ac:picMk id="203" creationId="{00000000-0000-0000-0000-000000000000}"/>
          </ac:picMkLst>
        </pc:picChg>
      </pc:sldChg>
      <pc:sldChg chg="modSp">
        <pc:chgData name="Nagy, Evan" userId="S::evan.nagy@snhu.edu::f0077392-42c9-4cee-a015-ba90c750715a" providerId="AD" clId="Web-{007DA816-F53F-051C-B6AD-CD92E00007F0}" dt="2026-04-13T13:48:43.587" v="4581" actId="20577"/>
        <pc:sldMkLst>
          <pc:docMk/>
          <pc:sldMk cId="0" sldId="265"/>
        </pc:sldMkLst>
        <pc:spChg chg="mod">
          <ac:chgData name="Nagy, Evan" userId="S::evan.nagy@snhu.edu::f0077392-42c9-4cee-a015-ba90c750715a" providerId="AD" clId="Web-{007DA816-F53F-051C-B6AD-CD92E00007F0}" dt="2026-04-13T13:48:43.587" v="4581" actId="20577"/>
          <ac:spMkLst>
            <pc:docMk/>
            <pc:sldMk cId="0" sldId="265"/>
            <ac:spMk id="210" creationId="{00000000-0000-0000-0000-000000000000}"/>
          </ac:spMkLst>
        </pc:spChg>
      </pc:sldChg>
      <pc:sldChg chg="modSp">
        <pc:chgData name="Nagy, Evan" userId="S::evan.nagy@snhu.edu::f0077392-42c9-4cee-a015-ba90c750715a" providerId="AD" clId="Web-{007DA816-F53F-051C-B6AD-CD92E00007F0}" dt="2026-04-13T13:52:46.947" v="4934" actId="20577"/>
        <pc:sldMkLst>
          <pc:docMk/>
          <pc:sldMk cId="0" sldId="266"/>
        </pc:sldMkLst>
        <pc:spChg chg="mod">
          <ac:chgData name="Nagy, Evan" userId="S::evan.nagy@snhu.edu::f0077392-42c9-4cee-a015-ba90c750715a" providerId="AD" clId="Web-{007DA816-F53F-051C-B6AD-CD92E00007F0}" dt="2026-04-13T13:52:46.947" v="4934" actId="20577"/>
          <ac:spMkLst>
            <pc:docMk/>
            <pc:sldMk cId="0" sldId="266"/>
            <ac:spMk id="217" creationId="{00000000-0000-0000-0000-000000000000}"/>
          </ac:spMkLst>
        </pc:spChg>
      </pc:sldChg>
      <pc:sldChg chg="modSp">
        <pc:chgData name="Nagy, Evan" userId="S::evan.nagy@snhu.edu::f0077392-42c9-4cee-a015-ba90c750715a" providerId="AD" clId="Web-{007DA816-F53F-051C-B6AD-CD92E00007F0}" dt="2026-04-13T13:54:14.634" v="5091" actId="20577"/>
        <pc:sldMkLst>
          <pc:docMk/>
          <pc:sldMk cId="0" sldId="267"/>
        </pc:sldMkLst>
        <pc:spChg chg="mod">
          <ac:chgData name="Nagy, Evan" userId="S::evan.nagy@snhu.edu::f0077392-42c9-4cee-a015-ba90c750715a" providerId="AD" clId="Web-{007DA816-F53F-051C-B6AD-CD92E00007F0}" dt="2026-04-13T13:54:14.634" v="5091" actId="20577"/>
          <ac:spMkLst>
            <pc:docMk/>
            <pc:sldMk cId="0" sldId="267"/>
            <ac:spMk id="224" creationId="{00000000-0000-0000-0000-000000000000}"/>
          </ac:spMkLst>
        </pc:spChg>
      </pc:sldChg>
      <pc:sldChg chg="modSp">
        <pc:chgData name="Nagy, Evan" userId="S::evan.nagy@snhu.edu::f0077392-42c9-4cee-a015-ba90c750715a" providerId="AD" clId="Web-{007DA816-F53F-051C-B6AD-CD92E00007F0}" dt="2026-04-13T13:56:32.884" v="5332" actId="20577"/>
        <pc:sldMkLst>
          <pc:docMk/>
          <pc:sldMk cId="0" sldId="268"/>
        </pc:sldMkLst>
        <pc:spChg chg="mod">
          <ac:chgData name="Nagy, Evan" userId="S::evan.nagy@snhu.edu::f0077392-42c9-4cee-a015-ba90c750715a" providerId="AD" clId="Web-{007DA816-F53F-051C-B6AD-CD92E00007F0}" dt="2026-04-13T13:56:32.884" v="5332" actId="20577"/>
          <ac:spMkLst>
            <pc:docMk/>
            <pc:sldMk cId="0" sldId="268"/>
            <ac:spMk id="23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64FFACEC-F3FF-9591-58B7-8C23F49C9E9A}"/>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193DC7C6-6A44-9517-8233-1D62C33A7E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84578E34-AB03-136F-3357-B21DB989AB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543132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E41C4310-7F20-CC29-EAD4-302E4926C926}"/>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F2CEDFB1-5D28-8665-FE42-A10508FD11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D2BFC14F-35DF-93B9-4244-A9B53DF93C0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344896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2FB1D77D-6A6A-DF17-03EC-F5DA6F48C4C7}"/>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82348E8C-7453-BE28-CC0F-B5E9D1CCF6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97311390-752B-432F-6FC2-68AC3FED2A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67719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3.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3.png"/><Relationship Id="rId5" Type="http://schemas.openxmlformats.org/officeDocument/2006/relationships/hyperlink" Target="https://cmu-sei.github.io/secure-coding-standards/sei-cert-cpp-coding-standard" TargetMode="External"/><Relationship Id="rId4" Type="http://schemas.openxmlformats.org/officeDocument/2006/relationships/hyperlink" Target="https://www.microsoft.com/en-us/security/blog/content-type/best-practic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a:t>Security Policy Presentation</a:t>
            </a:r>
            <a:endParaRPr/>
          </a:p>
          <a:p>
            <a:pPr marL="0" indent="0">
              <a:lnSpc>
                <a:spcPct val="70000"/>
              </a:lnSpc>
              <a:buSzPts val="1850"/>
            </a:pPr>
            <a:r>
              <a:rPr lang="en-US" sz="1850"/>
              <a:t>Developer: </a:t>
            </a:r>
            <a:r>
              <a:rPr lang="en-US" sz="1850" i="1"/>
              <a:t>Evan Nagy</a:t>
            </a:r>
          </a:p>
          <a:p>
            <a:pPr marL="0" lvl="0" indent="0" algn="l" rtl="0">
              <a:lnSpc>
                <a:spcPct val="70000"/>
              </a:lnSpc>
              <a:spcBef>
                <a:spcPts val="1000"/>
              </a:spcBef>
              <a:spcAft>
                <a:spcPts val="0"/>
              </a:spcAft>
              <a:buClr>
                <a:schemeClr val="lt1"/>
              </a:buClr>
              <a:buSzPts val="1850"/>
              <a:buNone/>
            </a:pPr>
            <a:endParaRPr sz="1850" i="1"/>
          </a:p>
          <a:p>
            <a:pPr marL="0" lvl="0" indent="0" algn="l" rtl="0">
              <a:lnSpc>
                <a:spcPct val="70000"/>
              </a:lnSpc>
              <a:spcBef>
                <a:spcPts val="1000"/>
              </a:spcBef>
              <a:spcAft>
                <a:spcPts val="0"/>
              </a:spcAft>
              <a:buSzPts val="1850"/>
              <a:buNone/>
            </a:pPr>
            <a:endParaRPr lang="en-US"/>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3244467" y="213530"/>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851053" y="1506005"/>
            <a:ext cx="10921387" cy="1784029"/>
          </a:xfrm>
          <a:prstGeom prst="rect">
            <a:avLst/>
          </a:prstGeom>
          <a:noFill/>
          <a:ln>
            <a:noFill/>
          </a:ln>
        </p:spPr>
        <p:txBody>
          <a:bodyPr spcFirstLastPara="1" wrap="square" lIns="91425" tIns="45700" rIns="91425" bIns="45700" anchor="t" anchorCtr="0">
            <a:normAutofit/>
          </a:bodyPr>
          <a:lstStyle/>
          <a:p>
            <a:pPr marL="685800" indent="0">
              <a:spcBef>
                <a:spcPts val="0"/>
              </a:spcBef>
              <a:buNone/>
            </a:pPr>
            <a:r>
              <a:rPr lang="en-US"/>
              <a:t>The purpose of this security policy is to set a collection of standards and best practices to maintain the safety of our software and data. The different parts of this policy make up some of the layers of defense in depth strategy.</a:t>
            </a:r>
          </a:p>
          <a:p>
            <a:pPr marL="0" lvl="0" indent="0" algn="l" rtl="0">
              <a:lnSpc>
                <a:spcPct val="90000"/>
              </a:lnSpc>
              <a:spcBef>
                <a:spcPts val="1000"/>
              </a:spcBef>
              <a:spcAft>
                <a:spcPts val="0"/>
              </a:spcAft>
              <a:buClr>
                <a:schemeClr val="lt1"/>
              </a:buClr>
              <a:buSzPts val="2200"/>
              <a:buNone/>
            </a:pPr>
            <a:endParaRP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160643" y="2839411"/>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70692" y="1414189"/>
            <a:ext cx="3110388" cy="4804561"/>
          </a:xfrm>
          <a:prstGeom prst="rect">
            <a:avLst/>
          </a:prstGeom>
          <a:noFill/>
          <a:ln>
            <a:noFill/>
          </a:ln>
        </p:spPr>
        <p:txBody>
          <a:bodyPr spcFirstLastPara="1" wrap="square" lIns="91425" tIns="45700" rIns="91425" bIns="45700" anchor="t" anchorCtr="0">
            <a:normAutofit/>
          </a:bodyPr>
          <a:lstStyle/>
          <a:p>
            <a:pPr marL="228600" indent="0">
              <a:lnSpc>
                <a:spcPct val="107915"/>
              </a:lnSpc>
              <a:spcBef>
                <a:spcPts val="0"/>
              </a:spcBef>
              <a:buNone/>
            </a:pPr>
            <a:r>
              <a:rPr lang="en-US" sz="2000" b="1">
                <a:solidFill>
                  <a:srgbClr val="FFFFFF"/>
                </a:solidFill>
              </a:rPr>
              <a:t>Low Priority</a:t>
            </a:r>
            <a:r>
              <a:rPr lang="en-US" sz="2000">
                <a:solidFill>
                  <a:srgbClr val="FFFFFF"/>
                </a:solidFill>
              </a:rPr>
              <a:t>: unlikely to happen with a low severity</a:t>
            </a:r>
            <a:endParaRPr lang="en-US"/>
          </a:p>
          <a:p>
            <a:pPr marL="228600" indent="0">
              <a:lnSpc>
                <a:spcPct val="107915"/>
              </a:lnSpc>
              <a:spcBef>
                <a:spcPts val="0"/>
              </a:spcBef>
              <a:buNone/>
            </a:pPr>
            <a:r>
              <a:rPr lang="en-US" sz="2000" b="1"/>
              <a:t>Likely</a:t>
            </a:r>
            <a:r>
              <a:rPr lang="en-US" sz="2000"/>
              <a:t>: probable or likely to happen with a low severity</a:t>
            </a:r>
          </a:p>
          <a:p>
            <a:pPr marL="228600" indent="0">
              <a:lnSpc>
                <a:spcPct val="107915"/>
              </a:lnSpc>
              <a:spcBef>
                <a:spcPts val="0"/>
              </a:spcBef>
              <a:buNone/>
            </a:pPr>
            <a:r>
              <a:rPr lang="en-US" sz="2000" b="1"/>
              <a:t>Unlikely</a:t>
            </a:r>
            <a:r>
              <a:rPr lang="en-US" sz="2000"/>
              <a:t>: unlikely to happen but with a high severity.</a:t>
            </a:r>
          </a:p>
          <a:p>
            <a:pPr marL="228600" indent="0">
              <a:lnSpc>
                <a:spcPct val="107915"/>
              </a:lnSpc>
              <a:spcBef>
                <a:spcPts val="0"/>
              </a:spcBef>
              <a:buNone/>
            </a:pPr>
            <a:r>
              <a:rPr lang="en-US" sz="2000" b="1"/>
              <a:t>Priority</a:t>
            </a:r>
            <a:r>
              <a:rPr lang="en-US" sz="2000"/>
              <a:t>: probable or likely to happen with a high severity.</a:t>
            </a:r>
          </a:p>
          <a:p>
            <a:pPr marL="228600" indent="-88900">
              <a:buSzPts val="2200"/>
              <a:buNone/>
            </a:pPr>
            <a:endParaRPr lang="en-US"/>
          </a:p>
        </p:txBody>
      </p:sp>
      <p:graphicFrame>
        <p:nvGraphicFramePr>
          <p:cNvPr id="161" name="Google Shape;161;p4" descr="Alt text required"/>
          <p:cNvGraphicFramePr/>
          <p:nvPr>
            <p:extLst>
              <p:ext uri="{D42A27DB-BD31-4B8C-83A1-F6EECF244321}">
                <p14:modId xmlns:p14="http://schemas.microsoft.com/office/powerpoint/2010/main" val="1419642747"/>
              </p:ext>
            </p:extLst>
          </p:nvPr>
        </p:nvGraphicFramePr>
        <p:xfrm>
          <a:off x="3171900" y="2561050"/>
          <a:ext cx="7835225" cy="3720015"/>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chemeClr val="tx1"/>
                          </a:solidFill>
                        </a:rPr>
                        <a:t>Likely</a:t>
                      </a:r>
                      <a:endParaRPr sz="1400" u="none" strike="noStrike" cap="none">
                        <a:solidFill>
                          <a:schemeClr val="tx1"/>
                        </a:solidFill>
                      </a:endParaRPr>
                    </a:p>
                    <a:p>
                      <a:pPr marL="0" marR="0" lvl="0" indent="0" algn="ctr">
                        <a:lnSpc>
                          <a:spcPct val="100000"/>
                        </a:lnSpc>
                        <a:spcBef>
                          <a:spcPts val="0"/>
                        </a:spcBef>
                        <a:spcAft>
                          <a:spcPts val="0"/>
                        </a:spcAft>
                        <a:buNone/>
                      </a:pPr>
                      <a:r>
                        <a:rPr lang="en-US" sz="2000" u="none" strike="noStrike" cap="none">
                          <a:solidFill>
                            <a:schemeClr val="tx1"/>
                          </a:solidFill>
                        </a:rPr>
                        <a:t>STD-002-CPP</a:t>
                      </a:r>
                    </a:p>
                    <a:p>
                      <a:pPr marL="0" marR="0" lvl="0" indent="0" algn="ctr">
                        <a:lnSpc>
                          <a:spcPct val="100000"/>
                        </a:lnSpc>
                        <a:spcBef>
                          <a:spcPts val="0"/>
                        </a:spcBef>
                        <a:spcAft>
                          <a:spcPts val="0"/>
                        </a:spcAft>
                        <a:buNone/>
                      </a:pPr>
                      <a:r>
                        <a:rPr lang="en-US" sz="2000" u="none" strike="noStrike" cap="none">
                          <a:solidFill>
                            <a:schemeClr val="tx1"/>
                          </a:solidFill>
                        </a:rPr>
                        <a:t>STD-007-CPP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chemeClr val="tx1"/>
                          </a:solidFill>
                        </a:rPr>
                        <a:t>Priority</a:t>
                      </a:r>
                      <a:endParaRPr sz="1400" u="none" strike="noStrike" cap="none">
                        <a:solidFill>
                          <a:schemeClr val="tx1"/>
                        </a:solidFill>
                      </a:endParaRPr>
                    </a:p>
                    <a:p>
                      <a:pPr marL="0" marR="0" lvl="0" indent="0" algn="ctr">
                        <a:lnSpc>
                          <a:spcPct val="100000"/>
                        </a:lnSpc>
                        <a:spcBef>
                          <a:spcPts val="0"/>
                        </a:spcBef>
                        <a:spcAft>
                          <a:spcPts val="0"/>
                        </a:spcAft>
                        <a:buNone/>
                      </a:pPr>
                      <a:r>
                        <a:rPr lang="en-US" sz="2000" u="none" strike="noStrike" cap="none">
                          <a:solidFill>
                            <a:schemeClr val="tx1"/>
                          </a:solidFill>
                        </a:rPr>
                        <a:t>STD-004-CPP</a:t>
                      </a:r>
                    </a:p>
                    <a:p>
                      <a:pPr marL="0" marR="0" lvl="0" indent="0" algn="ctr">
                        <a:lnSpc>
                          <a:spcPct val="100000"/>
                        </a:lnSpc>
                        <a:spcBef>
                          <a:spcPts val="0"/>
                        </a:spcBef>
                        <a:spcAft>
                          <a:spcPts val="0"/>
                        </a:spcAft>
                        <a:buNone/>
                      </a:pPr>
                      <a:r>
                        <a:rPr lang="en-US" sz="2000" u="none" strike="noStrike" cap="none">
                          <a:solidFill>
                            <a:schemeClr val="tx1"/>
                          </a:solidFill>
                        </a:rPr>
                        <a:t>STD-005-CPP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chemeClr val="tx1"/>
                          </a:solidFill>
                        </a:rPr>
                        <a:t>Low priority</a:t>
                      </a:r>
                      <a:endParaRPr sz="1400" u="none" strike="noStrike" cap="none">
                        <a:solidFill>
                          <a:schemeClr val="tx1"/>
                        </a:solidFill>
                      </a:endParaRPr>
                    </a:p>
                    <a:p>
                      <a:pPr marL="0" marR="0" lvl="0" indent="0" algn="ctr">
                        <a:lnSpc>
                          <a:spcPct val="100000"/>
                        </a:lnSpc>
                        <a:spcBef>
                          <a:spcPts val="0"/>
                        </a:spcBef>
                        <a:spcAft>
                          <a:spcPts val="0"/>
                        </a:spcAft>
                        <a:buNone/>
                      </a:pPr>
                      <a:r>
                        <a:rPr lang="en-US" sz="2000" u="none" strike="noStrike" cap="none">
                          <a:solidFill>
                            <a:schemeClr val="tx1"/>
                          </a:solidFill>
                        </a:rPr>
                        <a:t>STD-001-CPP</a:t>
                      </a:r>
                    </a:p>
                    <a:p>
                      <a:pPr marL="0" marR="0" lvl="0" indent="0" algn="ctr">
                        <a:lnSpc>
                          <a:spcPct val="100000"/>
                        </a:lnSpc>
                        <a:spcBef>
                          <a:spcPts val="0"/>
                        </a:spcBef>
                        <a:spcAft>
                          <a:spcPts val="0"/>
                        </a:spcAft>
                        <a:buNone/>
                      </a:pPr>
                      <a:r>
                        <a:rPr lang="en-US" sz="2000" u="none" strike="noStrike" cap="none">
                          <a:solidFill>
                            <a:schemeClr val="tx1"/>
                          </a:solidFill>
                        </a:rPr>
                        <a:t>STD-006-CPP</a:t>
                      </a:r>
                    </a:p>
                    <a:p>
                      <a:pPr marL="0" marR="0" lvl="0" indent="0" algn="ctr">
                        <a:lnSpc>
                          <a:spcPct val="100000"/>
                        </a:lnSpc>
                        <a:spcBef>
                          <a:spcPts val="0"/>
                        </a:spcBef>
                        <a:spcAft>
                          <a:spcPts val="0"/>
                        </a:spcAft>
                        <a:buNone/>
                      </a:pPr>
                      <a:r>
                        <a:rPr lang="en-US" sz="2000" u="none" strike="noStrike" cap="none">
                          <a:solidFill>
                            <a:schemeClr val="tx1"/>
                          </a:solidFill>
                        </a:rPr>
                        <a:t>STD-009-CPP</a:t>
                      </a:r>
                    </a:p>
                    <a:p>
                      <a:pPr marL="0" marR="0" lvl="0" indent="0" algn="ctr">
                        <a:lnSpc>
                          <a:spcPct val="100000"/>
                        </a:lnSpc>
                        <a:spcBef>
                          <a:spcPts val="0"/>
                        </a:spcBef>
                        <a:spcAft>
                          <a:spcPts val="0"/>
                        </a:spcAft>
                        <a:buNone/>
                      </a:pPr>
                      <a:r>
                        <a:rPr lang="en-US" sz="2000" u="none" strike="noStrike" cap="none">
                          <a:solidFill>
                            <a:schemeClr val="tx1"/>
                          </a:solidFill>
                        </a:rPr>
                        <a:t>STD-010-CPP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chemeClr val="tx1"/>
                          </a:solidFill>
                        </a:rPr>
                        <a:t>Unlikely</a:t>
                      </a:r>
                    </a:p>
                    <a:p>
                      <a:pPr marL="0" marR="0" lvl="0" indent="0" algn="ctr" rtl="0">
                        <a:lnSpc>
                          <a:spcPct val="100000"/>
                        </a:lnSpc>
                        <a:spcBef>
                          <a:spcPts val="0"/>
                        </a:spcBef>
                        <a:spcAft>
                          <a:spcPts val="0"/>
                        </a:spcAft>
                        <a:buSzPts val="3600"/>
                        <a:buFont typeface="Arial"/>
                        <a:buNone/>
                      </a:pPr>
                      <a:r>
                        <a:rPr lang="en-US" sz="2000" u="none" strike="noStrike" cap="none">
                          <a:solidFill>
                            <a:schemeClr val="tx1"/>
                          </a:solidFill>
                        </a:rPr>
                        <a:t>STD-003-CPP</a:t>
                      </a:r>
                    </a:p>
                    <a:p>
                      <a:pPr marL="0" marR="0" lvl="0" indent="0" algn="ctr">
                        <a:lnSpc>
                          <a:spcPct val="100000"/>
                        </a:lnSpc>
                        <a:spcBef>
                          <a:spcPts val="0"/>
                        </a:spcBef>
                        <a:spcAft>
                          <a:spcPts val="0"/>
                        </a:spcAft>
                        <a:buSzPts val="3600"/>
                        <a:buFont typeface="Arial"/>
                        <a:buNone/>
                      </a:pPr>
                      <a:r>
                        <a:rPr lang="en-US" sz="2000" u="none" strike="noStrike" cap="none">
                          <a:solidFill>
                            <a:schemeClr val="tx1"/>
                          </a:solidFill>
                        </a:rPr>
                        <a:t>STD-008-CPP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indent="-228600">
              <a:spcBef>
                <a:spcPts val="0"/>
              </a:spcBef>
              <a:buSzPts val="2200"/>
            </a:pPr>
            <a:r>
              <a:rPr lang="en-US"/>
              <a:t>Validate Input Data – STD-004-CPP</a:t>
            </a:r>
          </a:p>
          <a:p>
            <a:pPr marL="228600" indent="-228600">
              <a:spcBef>
                <a:spcPts val="0"/>
              </a:spcBef>
              <a:buSzPts val="2200"/>
            </a:pPr>
            <a:r>
              <a:rPr lang="en-US"/>
              <a:t>Heed compiler Warnings – STD-001-CPP, STD-002-CPP</a:t>
            </a:r>
          </a:p>
          <a:p>
            <a:pPr marL="228600" indent="-228600">
              <a:spcBef>
                <a:spcPts val="0"/>
              </a:spcBef>
              <a:buSzPts val="2200"/>
            </a:pPr>
            <a:r>
              <a:rPr lang="en-US"/>
              <a:t>Architect and design for Security Policies – STD-006-CPP, STD-007-CPP,STD-008-CPP</a:t>
            </a:r>
          </a:p>
          <a:p>
            <a:pPr marL="228600" indent="-228600">
              <a:spcBef>
                <a:spcPts val="0"/>
              </a:spcBef>
              <a:buSzPts val="2200"/>
            </a:pPr>
            <a:r>
              <a:rPr lang="en-US"/>
              <a:t>Keep It Simple - STD-002-CPP, STD-004-CPP, STD-008-CPP, STD-010-CPP</a:t>
            </a:r>
          </a:p>
          <a:p>
            <a:pPr marL="228600" indent="-228600">
              <a:spcBef>
                <a:spcPts val="0"/>
              </a:spcBef>
              <a:buSzPts val="2200"/>
            </a:pPr>
            <a:r>
              <a:rPr lang="en-US"/>
              <a:t>Default Deny - STD-009-CPP</a:t>
            </a:r>
          </a:p>
          <a:p>
            <a:pPr marL="228600" indent="-228600">
              <a:spcBef>
                <a:spcPts val="0"/>
              </a:spcBef>
              <a:buSzPts val="2200"/>
            </a:pPr>
            <a:r>
              <a:rPr lang="en-US"/>
              <a:t>Adhere to Principle of Least Privilege – STD-009-CPP</a:t>
            </a:r>
          </a:p>
          <a:p>
            <a:pPr marL="228600" indent="-228600">
              <a:spcBef>
                <a:spcPts val="0"/>
              </a:spcBef>
              <a:buSzPts val="2200"/>
            </a:pPr>
            <a:r>
              <a:rPr lang="en-US"/>
              <a:t>Sanitize Data Sent to Other Systems</a:t>
            </a:r>
          </a:p>
          <a:p>
            <a:pPr marL="228600" indent="-228600">
              <a:spcBef>
                <a:spcPts val="0"/>
              </a:spcBef>
              <a:buSzPts val="2200"/>
            </a:pPr>
            <a:r>
              <a:rPr lang="en-US"/>
              <a:t>Practice Defense in Depth - STD-005-CPP</a:t>
            </a:r>
          </a:p>
          <a:p>
            <a:pPr marL="228600" indent="-228600">
              <a:spcBef>
                <a:spcPts val="0"/>
              </a:spcBef>
              <a:buSzPts val="2200"/>
            </a:pPr>
            <a:r>
              <a:rPr lang="en-US"/>
              <a:t>Use effective Quality Assurance Techniques - STD-003-CPP, STD-005-CPP, STD-007-CPP,</a:t>
            </a:r>
          </a:p>
          <a:p>
            <a:pPr marL="228600" indent="-228600">
              <a:spcBef>
                <a:spcPts val="0"/>
              </a:spcBef>
              <a:buSzPts val="2200"/>
            </a:pPr>
            <a:r>
              <a:rPr lang="en-US"/>
              <a:t>Adopt Secure Coding Standard - STD-003-CPP, STD-008-CPP, STD-010-CPP</a:t>
            </a: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a:buSzPts val="4000"/>
            </a:pPr>
            <a:r>
              <a:rPr lang="en-US"/>
              <a:t>CODING STANDARDS</a:t>
            </a:r>
            <a:br>
              <a:rPr lang="en-US"/>
            </a:br>
            <a:r>
              <a:rPr lang="en-US" sz="2000"/>
              <a:t>In Order of Priority</a:t>
            </a:r>
            <a:endParaRPr lang="en-US"/>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indent="-228600">
              <a:spcBef>
                <a:spcPts val="0"/>
              </a:spcBef>
              <a:buSzPts val="2000"/>
            </a:pPr>
            <a:r>
              <a:rPr lang="en-US"/>
              <a:t>STD-004-CPP - Sanitize data passed to complex subsystems</a:t>
            </a:r>
          </a:p>
          <a:p>
            <a:pPr marL="228600" indent="-228600">
              <a:spcBef>
                <a:spcPts val="0"/>
              </a:spcBef>
              <a:buSzPts val="2000"/>
              <a:buFont typeface="Arial,Sans-Serif"/>
            </a:pPr>
            <a:r>
              <a:rPr lang="en-US"/>
              <a:t>STD-005-CPP – properly deallocate dynamically allocated resources.</a:t>
            </a:r>
            <a:endParaRPr lang="en-US">
              <a:solidFill>
                <a:srgbClr val="000000"/>
              </a:solidFill>
            </a:endParaRPr>
          </a:p>
          <a:p>
            <a:pPr marL="228600" indent="-228600">
              <a:spcBef>
                <a:spcPts val="0"/>
              </a:spcBef>
              <a:buSzPts val="2000"/>
              <a:buFont typeface="Arial,Sans-Serif"/>
            </a:pPr>
            <a:r>
              <a:rPr lang="en-US"/>
              <a:t>STD-003-CPP – Range check  element access</a:t>
            </a:r>
            <a:endParaRPr lang="en-US">
              <a:solidFill>
                <a:srgbClr val="000000"/>
              </a:solidFill>
            </a:endParaRPr>
          </a:p>
          <a:p>
            <a:pPr marL="228600" indent="-228600">
              <a:spcBef>
                <a:spcPts val="0"/>
              </a:spcBef>
              <a:buSzPts val="2000"/>
              <a:buFont typeface="Arial,Sans-Serif"/>
            </a:pPr>
            <a:r>
              <a:rPr lang="en-US"/>
              <a:t>STD-008-CPP – Do not modify the standard namespaces</a:t>
            </a:r>
            <a:endParaRPr lang="en-US">
              <a:solidFill>
                <a:srgbClr val="000000"/>
              </a:solidFill>
            </a:endParaRPr>
          </a:p>
          <a:p>
            <a:pPr marL="228600" indent="-228600">
              <a:spcBef>
                <a:spcPts val="0"/>
              </a:spcBef>
              <a:buSzPts val="2000"/>
              <a:buFont typeface="Arial,Sans-Serif"/>
            </a:pPr>
            <a:r>
              <a:rPr lang="en-US"/>
              <a:t>STD-002-CPP – Value-returning functions must return a value from all exit paths</a:t>
            </a:r>
            <a:endParaRPr lang="en-US">
              <a:solidFill>
                <a:srgbClr val="000000"/>
              </a:solidFill>
            </a:endParaRPr>
          </a:p>
          <a:p>
            <a:pPr marL="228600" indent="-228600">
              <a:spcBef>
                <a:spcPts val="0"/>
              </a:spcBef>
              <a:buSzPts val="2000"/>
              <a:buFont typeface="Arial,Sans-Serif"/>
            </a:pPr>
            <a:r>
              <a:rPr lang="en-US"/>
              <a:t>STD-007-CPP – handle all exceptions</a:t>
            </a:r>
            <a:endParaRPr lang="en-US">
              <a:solidFill>
                <a:srgbClr val="000000"/>
              </a:solidFill>
            </a:endParaRPr>
          </a:p>
          <a:p>
            <a:pPr marL="228600" indent="-228600">
              <a:spcBef>
                <a:spcPts val="0"/>
              </a:spcBef>
              <a:buSzPts val="2000"/>
              <a:buFont typeface="Arial,Sans-Serif"/>
            </a:pPr>
            <a:r>
              <a:rPr lang="en-US"/>
              <a:t>STD-001-CPP – Never qualify a reference type with const or volatile</a:t>
            </a:r>
            <a:endParaRPr lang="en-US">
              <a:solidFill>
                <a:srgbClr val="000000"/>
              </a:solidFill>
            </a:endParaRPr>
          </a:p>
          <a:p>
            <a:pPr marL="228600" indent="-228600">
              <a:spcBef>
                <a:spcPts val="0"/>
              </a:spcBef>
              <a:buSzPts val="2000"/>
              <a:buFont typeface="Arial,Sans-Serif"/>
            </a:pPr>
            <a:r>
              <a:rPr lang="en-US"/>
              <a:t>STD-006-CPP – understand the termination behavior of assert() and abort()</a:t>
            </a:r>
            <a:endParaRPr lang="en-US">
              <a:solidFill>
                <a:srgbClr val="000000"/>
              </a:solidFill>
            </a:endParaRPr>
          </a:p>
          <a:p>
            <a:pPr marL="228600" indent="-228600">
              <a:spcBef>
                <a:spcPts val="0"/>
              </a:spcBef>
              <a:buSzPts val="2000"/>
              <a:buFont typeface="Arial,Sans-Serif"/>
            </a:pPr>
            <a:r>
              <a:rPr lang="en-US"/>
              <a:t>STD-009-CPP – close files when they are no longer needed</a:t>
            </a:r>
            <a:endParaRPr lang="en-US">
              <a:solidFill>
                <a:srgbClr val="000000"/>
              </a:solidFill>
            </a:endParaRPr>
          </a:p>
          <a:p>
            <a:pPr marL="228600" indent="-228600">
              <a:spcBef>
                <a:spcPts val="0"/>
              </a:spcBef>
              <a:buSzPts val="2000"/>
              <a:buFont typeface="Arial,Sans-Serif"/>
            </a:pPr>
            <a:r>
              <a:rPr lang="en-US"/>
              <a:t>STD-010-CPP – write constructor member initializers in canonical order.</a:t>
            </a:r>
            <a:endParaRPr lang="en-US">
              <a:solidFill>
                <a:srgbClr val="000000"/>
              </a:solidFill>
            </a:endParaRPr>
          </a:p>
          <a:p>
            <a:pPr marL="228600" indent="-228600">
              <a:spcBef>
                <a:spcPts val="0"/>
              </a:spcBef>
              <a:buSzPts val="2000"/>
            </a:pPr>
            <a:endParaRPr lang="en-US"/>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17A608AB-D949-CF49-5CCC-2478B24F19AF}"/>
              </a:ext>
            </a:extLst>
          </p:cNvPr>
          <p:cNvGraphicFramePr>
            <a:graphicFrameLocks noGrp="1"/>
          </p:cNvGraphicFramePr>
          <p:nvPr>
            <p:extLst>
              <p:ext uri="{D42A27DB-BD31-4B8C-83A1-F6EECF244321}">
                <p14:modId xmlns:p14="http://schemas.microsoft.com/office/powerpoint/2010/main" val="4017059181"/>
              </p:ext>
            </p:extLst>
          </p:nvPr>
        </p:nvGraphicFramePr>
        <p:xfrm>
          <a:off x="417496" y="2196244"/>
          <a:ext cx="11036170" cy="4172250"/>
        </p:xfrm>
        <a:graphic>
          <a:graphicData uri="http://schemas.openxmlformats.org/drawingml/2006/table">
            <a:tbl>
              <a:tblPr firstRow="1" bandRow="1">
                <a:tableStyleId>{802198C4-3087-4945-87E3-76CBB3509B7E}</a:tableStyleId>
              </a:tblPr>
              <a:tblGrid>
                <a:gridCol w="5518085">
                  <a:extLst>
                    <a:ext uri="{9D8B030D-6E8A-4147-A177-3AD203B41FA5}">
                      <a16:colId xmlns:a16="http://schemas.microsoft.com/office/drawing/2014/main" val="4245154125"/>
                    </a:ext>
                  </a:extLst>
                </a:gridCol>
                <a:gridCol w="5518085">
                  <a:extLst>
                    <a:ext uri="{9D8B030D-6E8A-4147-A177-3AD203B41FA5}">
                      <a16:colId xmlns:a16="http://schemas.microsoft.com/office/drawing/2014/main" val="1220725875"/>
                    </a:ext>
                  </a:extLst>
                </a:gridCol>
              </a:tblGrid>
              <a:tr h="1390750">
                <a:tc>
                  <a:txBody>
                    <a:bodyPr/>
                    <a:lstStyle/>
                    <a:p>
                      <a:endParaRPr lang="en-US"/>
                    </a:p>
                  </a:txBody>
                  <a:tcPr/>
                </a:tc>
                <a:tc>
                  <a:txBody>
                    <a:bodyPr/>
                    <a:lstStyle/>
                    <a:p>
                      <a:pPr lvl="0">
                        <a:buNone/>
                      </a:pPr>
                      <a:r>
                        <a:rPr lang="en-US">
                          <a:solidFill>
                            <a:schemeClr val="bg1"/>
                          </a:solidFill>
                        </a:rPr>
                        <a:t>Encryption at rest refers to data being in an </a:t>
                      </a:r>
                      <a:r>
                        <a:rPr lang="en-US" err="1">
                          <a:solidFill>
                            <a:schemeClr val="bg1"/>
                          </a:solidFill>
                        </a:rPr>
                        <a:t>encryp</a:t>
                      </a:r>
                      <a:r>
                        <a:rPr lang="en-US">
                          <a:solidFill>
                            <a:schemeClr val="bg1"/>
                          </a:solidFill>
                        </a:rPr>
                        <a:t>ted state while it is in storage. This means that even if access to the data is gained, the data itself is unreadable unless you have the key to decrypt it. This policy should be used so that if data was taken, the information within would still be safe and could not be read without the key.</a:t>
                      </a:r>
                      <a:endParaRPr lang="en-US" err="1">
                        <a:solidFill>
                          <a:schemeClr val="bg1"/>
                        </a:solidFill>
                      </a:endParaRPr>
                    </a:p>
                  </a:txBody>
                  <a:tcPr/>
                </a:tc>
                <a:extLst>
                  <a:ext uri="{0D108BD9-81ED-4DB2-BD59-A6C34878D82A}">
                    <a16:rowId xmlns:a16="http://schemas.microsoft.com/office/drawing/2014/main" val="1458325148"/>
                  </a:ext>
                </a:extLst>
              </a:tr>
              <a:tr h="1390750">
                <a:tc>
                  <a:txBody>
                    <a:bodyPr/>
                    <a:lstStyle/>
                    <a:p>
                      <a:r>
                        <a:rPr lang="en-US" sz="2200">
                          <a:solidFill>
                            <a:schemeClr val="bg1"/>
                          </a:solidFill>
                          <a:latin typeface="Century Gothic"/>
                        </a:rPr>
                        <a:t>Encryption at flight</a:t>
                      </a:r>
                      <a:endParaRPr lang="en-US" sz="2200">
                        <a:latin typeface="Century Gothic"/>
                      </a:endParaRPr>
                    </a:p>
                  </a:txBody>
                  <a:tcPr/>
                </a:tc>
                <a:tc>
                  <a:txBody>
                    <a:bodyPr/>
                    <a:lstStyle/>
                    <a:p>
                      <a:r>
                        <a:rPr lang="en-US">
                          <a:solidFill>
                            <a:schemeClr val="bg1"/>
                          </a:solidFill>
                        </a:rPr>
                        <a:t>Encryption at flight refers to data being in an encrypted state while it is transit from one place to another. While data is in route, it must be encrypted. This ensures that if the data is intercepted, the information within the data would be safe because it cannot be read without the key.</a:t>
                      </a:r>
                    </a:p>
                  </a:txBody>
                  <a:tcPr/>
                </a:tc>
                <a:extLst>
                  <a:ext uri="{0D108BD9-81ED-4DB2-BD59-A6C34878D82A}">
                    <a16:rowId xmlns:a16="http://schemas.microsoft.com/office/drawing/2014/main" val="1944785723"/>
                  </a:ext>
                </a:extLst>
              </a:tr>
              <a:tr h="1390750">
                <a:tc>
                  <a:txBody>
                    <a:bodyPr/>
                    <a:lstStyle/>
                    <a:p>
                      <a:r>
                        <a:rPr lang="en-US" sz="2200">
                          <a:solidFill>
                            <a:schemeClr val="bg1"/>
                          </a:solidFill>
                          <a:latin typeface="Century Gothic"/>
                          <a:ea typeface="Calibri"/>
                          <a:cs typeface="Calibri"/>
                        </a:rPr>
                        <a:t>Encryption in use</a:t>
                      </a:r>
                    </a:p>
                  </a:txBody>
                  <a:tcPr/>
                </a:tc>
                <a:tc>
                  <a:txBody>
                    <a:bodyPr/>
                    <a:lstStyle/>
                    <a:p>
                      <a:r>
                        <a:rPr lang="en-US">
                          <a:solidFill>
                            <a:schemeClr val="bg1"/>
                          </a:solidFill>
                        </a:rPr>
                        <a:t>Encryption in use refers to the encryption of data as it is being used by the system. It is used to keep data secure at all times, even as it is changing. This allows the data to be secured with encryption at rest ,in transit and in use leaving out all possible weak links from t he system.</a:t>
                      </a:r>
                      <a:endParaRPr lang="en-US" err="1">
                        <a:solidFill>
                          <a:schemeClr val="bg1"/>
                        </a:solidFill>
                      </a:endParaRPr>
                    </a:p>
                  </a:txBody>
                  <a:tcPr/>
                </a:tc>
                <a:extLst>
                  <a:ext uri="{0D108BD9-81ED-4DB2-BD59-A6C34878D82A}">
                    <a16:rowId xmlns:a16="http://schemas.microsoft.com/office/drawing/2014/main" val="3387977530"/>
                  </a:ext>
                </a:extLst>
              </a:tr>
            </a:tbl>
          </a:graphicData>
        </a:graphic>
      </p:graphicFrame>
      <p:sp>
        <p:nvSpPr>
          <p:cNvPr id="4" name="Text Placeholder 3">
            <a:extLst>
              <a:ext uri="{FF2B5EF4-FFF2-40B4-BE49-F238E27FC236}">
                <a16:creationId xmlns:a16="http://schemas.microsoft.com/office/drawing/2014/main" id="{6BF6395A-2FD2-5297-2228-BDEA52BB4DF1}"/>
              </a:ext>
            </a:extLst>
          </p:cNvPr>
          <p:cNvSpPr>
            <a:spLocks noGrp="1"/>
          </p:cNvSpPr>
          <p:nvPr>
            <p:ph type="body" idx="1"/>
          </p:nvPr>
        </p:nvSpPr>
        <p:spPr>
          <a:xfrm>
            <a:off x="304801" y="2194560"/>
            <a:ext cx="11191373" cy="4024125"/>
          </a:xfrm>
        </p:spPr>
        <p:txBody>
          <a:bodyPr/>
          <a:lstStyle/>
          <a:p>
            <a:pPr marL="114300" indent="0">
              <a:buNone/>
            </a:pPr>
            <a:r>
              <a:rPr lang="en-US">
                <a:solidFill>
                  <a:schemeClr val="bg1"/>
                </a:solidFill>
                <a:cs typeface="Arial"/>
                <a:sym typeface="Arial"/>
              </a:rPr>
              <a:t>Encryption at res</a:t>
            </a:r>
            <a:r>
              <a:rPr lang="en-US"/>
              <a:t>t</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2C482364-CC74-C92B-BB64-17239AD7C405}"/>
              </a:ext>
            </a:extLst>
          </p:cNvPr>
          <p:cNvGraphicFramePr>
            <a:graphicFrameLocks noGrp="1"/>
          </p:cNvGraphicFramePr>
          <p:nvPr>
            <p:extLst>
              <p:ext uri="{D42A27DB-BD31-4B8C-83A1-F6EECF244321}">
                <p14:modId xmlns:p14="http://schemas.microsoft.com/office/powerpoint/2010/main" val="4213601205"/>
              </p:ext>
            </p:extLst>
          </p:nvPr>
        </p:nvGraphicFramePr>
        <p:xfrm>
          <a:off x="688206" y="1855350"/>
          <a:ext cx="10584982" cy="4533488"/>
        </p:xfrm>
        <a:graphic>
          <a:graphicData uri="http://schemas.openxmlformats.org/drawingml/2006/table">
            <a:tbl>
              <a:tblPr firstRow="1" bandRow="1">
                <a:tableStyleId>{802198C4-3087-4945-87E3-76CBB3509B7E}</a:tableStyleId>
              </a:tblPr>
              <a:tblGrid>
                <a:gridCol w="5292491">
                  <a:extLst>
                    <a:ext uri="{9D8B030D-6E8A-4147-A177-3AD203B41FA5}">
                      <a16:colId xmlns:a16="http://schemas.microsoft.com/office/drawing/2014/main" val="3727783594"/>
                    </a:ext>
                  </a:extLst>
                </a:gridCol>
                <a:gridCol w="5292491">
                  <a:extLst>
                    <a:ext uri="{9D8B030D-6E8A-4147-A177-3AD203B41FA5}">
                      <a16:colId xmlns:a16="http://schemas.microsoft.com/office/drawing/2014/main" val="4265881241"/>
                    </a:ext>
                  </a:extLst>
                </a:gridCol>
              </a:tblGrid>
              <a:tr h="1363568">
                <a:tc>
                  <a:txBody>
                    <a:bodyPr/>
                    <a:lstStyle/>
                    <a:p>
                      <a:r>
                        <a:rPr lang="en-US" sz="2000">
                          <a:solidFill>
                            <a:schemeClr val="bg1"/>
                          </a:solidFill>
                        </a:rPr>
                        <a:t>Authentication</a:t>
                      </a:r>
                    </a:p>
                  </a:txBody>
                  <a:tcPr/>
                </a:tc>
                <a:tc>
                  <a:txBody>
                    <a:bodyPr/>
                    <a:lstStyle/>
                    <a:p>
                      <a:r>
                        <a:rPr lang="en-US">
                          <a:solidFill>
                            <a:schemeClr val="bg1"/>
                          </a:solidFill>
                        </a:rPr>
                        <a:t>Authentication is the process of confirming that a user is who they say they are. It is typically used when adding new users or when a user attempts to login. This policy applies whenever a user is attempting to gain access to </a:t>
                      </a:r>
                      <a:r>
                        <a:rPr lang="en-US" err="1">
                          <a:solidFill>
                            <a:schemeClr val="bg1"/>
                          </a:solidFill>
                        </a:rPr>
                        <a:t>a</a:t>
                      </a:r>
                      <a:r>
                        <a:rPr lang="en-US">
                          <a:solidFill>
                            <a:schemeClr val="bg1"/>
                          </a:solidFill>
                        </a:rPr>
                        <a:t> system or something within a system. You need to make sure that the person using our system is who you expect them to be. This is typically ensured by username and password verification.</a:t>
                      </a:r>
                    </a:p>
                  </a:txBody>
                  <a:tcPr/>
                </a:tc>
                <a:extLst>
                  <a:ext uri="{0D108BD9-81ED-4DB2-BD59-A6C34878D82A}">
                    <a16:rowId xmlns:a16="http://schemas.microsoft.com/office/drawing/2014/main" val="2609533924"/>
                  </a:ext>
                </a:extLst>
              </a:tr>
              <a:tr h="1363568">
                <a:tc>
                  <a:txBody>
                    <a:bodyPr/>
                    <a:lstStyle/>
                    <a:p>
                      <a:r>
                        <a:rPr lang="en-US" sz="2000">
                          <a:solidFill>
                            <a:schemeClr val="bg1"/>
                          </a:solidFill>
                        </a:rPr>
                        <a:t>Authorization</a:t>
                      </a:r>
                    </a:p>
                  </a:txBody>
                  <a:tcPr/>
                </a:tc>
                <a:tc>
                  <a:txBody>
                    <a:bodyPr/>
                    <a:lstStyle/>
                    <a:p>
                      <a:r>
                        <a:rPr lang="en-US">
                          <a:solidFill>
                            <a:schemeClr val="bg1"/>
                          </a:solidFill>
                        </a:rPr>
                        <a:t>Authorization is the process of confirming that a user is supposed to have access to what they are requesting. It determines the level of access a user has within the system. This policy applies to whenever a user is attempting to access something within the system. Once authenticated, authorization should determine if the user can gain entry to the system. This helps user keep out of places they shouldn’t be in.</a:t>
                      </a:r>
                    </a:p>
                  </a:txBody>
                  <a:tcPr/>
                </a:tc>
                <a:extLst>
                  <a:ext uri="{0D108BD9-81ED-4DB2-BD59-A6C34878D82A}">
                    <a16:rowId xmlns:a16="http://schemas.microsoft.com/office/drawing/2014/main" val="2773841189"/>
                  </a:ext>
                </a:extLst>
              </a:tr>
              <a:tr h="1363568">
                <a:tc>
                  <a:txBody>
                    <a:bodyPr/>
                    <a:lstStyle/>
                    <a:p>
                      <a:r>
                        <a:rPr lang="en-US" sz="2000">
                          <a:solidFill>
                            <a:schemeClr val="bg1"/>
                          </a:solidFill>
                        </a:rPr>
                        <a:t>Accounting</a:t>
                      </a:r>
                    </a:p>
                  </a:txBody>
                  <a:tcPr/>
                </a:tc>
                <a:tc>
                  <a:txBody>
                    <a:bodyPr/>
                    <a:lstStyle/>
                    <a:p>
                      <a:r>
                        <a:rPr lang="en-US">
                          <a:solidFill>
                            <a:schemeClr val="bg1"/>
                          </a:solidFill>
                        </a:rPr>
                        <a:t>Accounting is the process of tracking and logging all requests and transactions made by a user. Examples of that would be changs made to a database or file accessed by a user. This policy allows you to know what is happening within a system.</a:t>
                      </a:r>
                    </a:p>
                  </a:txBody>
                  <a:tcPr/>
                </a:tc>
                <a:extLst>
                  <a:ext uri="{0D108BD9-81ED-4DB2-BD59-A6C34878D82A}">
                    <a16:rowId xmlns:a16="http://schemas.microsoft.com/office/drawing/2014/main" val="1605630006"/>
                  </a:ext>
                </a:extLst>
              </a:tr>
            </a:tbl>
          </a:graphicData>
        </a:graphic>
      </p:graphicFrame>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r>
              <a:rPr lang="en-US"/>
              <a:t>Unit Testing</a:t>
            </a:r>
            <a:br>
              <a:rPr lang="en-US"/>
            </a:br>
            <a:r>
              <a:rPr lang="en-US" sz="1200" err="1"/>
              <a:t>CanAddFiveValuesToCollection</a:t>
            </a: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2" name="Picture 1" descr="A computer screen shot of code&#10;&#10;AI-generated content may be incorrect.">
            <a:extLst>
              <a:ext uri="{FF2B5EF4-FFF2-40B4-BE49-F238E27FC236}">
                <a16:creationId xmlns:a16="http://schemas.microsoft.com/office/drawing/2014/main" id="{85E1F5CB-13F0-4168-8DB7-860ECCF9017E}"/>
              </a:ext>
            </a:extLst>
          </p:cNvPr>
          <p:cNvPicPr>
            <a:picLocks noChangeAspect="1"/>
          </p:cNvPicPr>
          <p:nvPr/>
        </p:nvPicPr>
        <p:blipFill>
          <a:blip r:embed="rId5"/>
          <a:stretch>
            <a:fillRect/>
          </a:stretch>
        </p:blipFill>
        <p:spPr>
          <a:xfrm>
            <a:off x="286954" y="1824784"/>
            <a:ext cx="4695825" cy="2914650"/>
          </a:xfrm>
          <a:prstGeom prst="rect">
            <a:avLst/>
          </a:prstGeom>
        </p:spPr>
      </p:pic>
      <p:pic>
        <p:nvPicPr>
          <p:cNvPr id="5" name="Picture 4">
            <a:extLst>
              <a:ext uri="{FF2B5EF4-FFF2-40B4-BE49-F238E27FC236}">
                <a16:creationId xmlns:a16="http://schemas.microsoft.com/office/drawing/2014/main" id="{66394CE4-34AE-D771-12E4-69ECB781004C}"/>
              </a:ext>
            </a:extLst>
          </p:cNvPr>
          <p:cNvPicPr>
            <a:picLocks noChangeAspect="1"/>
          </p:cNvPicPr>
          <p:nvPr/>
        </p:nvPicPr>
        <p:blipFill>
          <a:blip r:embed="rId6"/>
          <a:stretch>
            <a:fillRect/>
          </a:stretch>
        </p:blipFill>
        <p:spPr>
          <a:xfrm>
            <a:off x="3623861" y="4739376"/>
            <a:ext cx="5219700" cy="390525"/>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66F055F6-BF2D-20D1-89D0-B1106CD91CA1}"/>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EBABFA21-E322-B291-159C-A092FDDC2627}"/>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r>
              <a:rPr lang="en-US"/>
              <a:t>Unit Testing</a:t>
            </a:r>
            <a:br>
              <a:rPr lang="en-US"/>
            </a:br>
            <a:r>
              <a:rPr lang="en-US" sz="1200" err="1"/>
              <a:t>MaxSizeGreaterThanSize</a:t>
            </a:r>
          </a:p>
        </p:txBody>
      </p:sp>
      <p:pic>
        <p:nvPicPr>
          <p:cNvPr id="197" name="Google Shape;197;g9504e29505_0_0" descr="Green Pace logo">
            <a:extLst>
              <a:ext uri="{FF2B5EF4-FFF2-40B4-BE49-F238E27FC236}">
                <a16:creationId xmlns:a16="http://schemas.microsoft.com/office/drawing/2014/main" id="{6BA675A7-AFD1-9B36-4B7A-0668EA4B9CC2}"/>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descr="A screen shot of a computer code&#10;&#10;AI-generated content may be incorrect.">
            <a:extLst>
              <a:ext uri="{FF2B5EF4-FFF2-40B4-BE49-F238E27FC236}">
                <a16:creationId xmlns:a16="http://schemas.microsoft.com/office/drawing/2014/main" id="{E315067E-2F86-5D69-5062-F03467D60C02}"/>
              </a:ext>
            </a:extLst>
          </p:cNvPr>
          <p:cNvPicPr>
            <a:picLocks noChangeAspect="1"/>
          </p:cNvPicPr>
          <p:nvPr/>
        </p:nvPicPr>
        <p:blipFill>
          <a:blip r:embed="rId5"/>
          <a:stretch>
            <a:fillRect/>
          </a:stretch>
        </p:blipFill>
        <p:spPr>
          <a:xfrm>
            <a:off x="2616161" y="2059466"/>
            <a:ext cx="6115050" cy="2628900"/>
          </a:xfrm>
          <a:prstGeom prst="rect">
            <a:avLst/>
          </a:prstGeom>
        </p:spPr>
      </p:pic>
      <p:pic>
        <p:nvPicPr>
          <p:cNvPr id="4" name="Picture 3" descr="A screen shot of a computer screen&#10;&#10;AI-generated content may be incorrect.">
            <a:extLst>
              <a:ext uri="{FF2B5EF4-FFF2-40B4-BE49-F238E27FC236}">
                <a16:creationId xmlns:a16="http://schemas.microsoft.com/office/drawing/2014/main" id="{7048992B-51A0-DB36-91D0-76CBD54E2BE6}"/>
              </a:ext>
            </a:extLst>
          </p:cNvPr>
          <p:cNvPicPr>
            <a:picLocks noChangeAspect="1"/>
          </p:cNvPicPr>
          <p:nvPr/>
        </p:nvPicPr>
        <p:blipFill>
          <a:blip r:embed="rId6"/>
          <a:stretch>
            <a:fillRect/>
          </a:stretch>
        </p:blipFill>
        <p:spPr>
          <a:xfrm>
            <a:off x="2611743" y="4693644"/>
            <a:ext cx="6105525" cy="1143000"/>
          </a:xfrm>
          <a:prstGeom prst="rect">
            <a:avLst/>
          </a:prstGeom>
        </p:spPr>
      </p:pic>
    </p:spTree>
    <p:custDataLst>
      <p:tags r:id="rId1"/>
    </p:custDataLst>
    <p:extLst>
      <p:ext uri="{BB962C8B-B14F-4D97-AF65-F5344CB8AC3E}">
        <p14:creationId xmlns:p14="http://schemas.microsoft.com/office/powerpoint/2010/main" val="2320475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F26E181B-BB94-A6AD-8862-0D9B4427A56D}"/>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2055CAEB-675A-2804-8C00-67B1F1D13E5A}"/>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r>
              <a:rPr lang="en-US" dirty="0"/>
              <a:t>Unit Testing</a:t>
            </a:r>
            <a:br>
              <a:rPr lang="en-US" dirty="0"/>
            </a:br>
            <a:r>
              <a:rPr lang="en-US" sz="1200" dirty="0" err="1"/>
              <a:t>ResizeIncreasesCollectionSize</a:t>
            </a:r>
          </a:p>
        </p:txBody>
      </p:sp>
      <p:pic>
        <p:nvPicPr>
          <p:cNvPr id="197" name="Google Shape;197;g9504e29505_0_0" descr="Green Pace logo">
            <a:extLst>
              <a:ext uri="{FF2B5EF4-FFF2-40B4-BE49-F238E27FC236}">
                <a16:creationId xmlns:a16="http://schemas.microsoft.com/office/drawing/2014/main" id="{3D5BBB01-57EF-5F5E-15A9-71B801A898A8}"/>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2" name="Picture 1" descr="A computer screen shot of code&#10;&#10;AI-generated content may be incorrect.">
            <a:extLst>
              <a:ext uri="{FF2B5EF4-FFF2-40B4-BE49-F238E27FC236}">
                <a16:creationId xmlns:a16="http://schemas.microsoft.com/office/drawing/2014/main" id="{2433783F-F8CB-40F7-583F-AC7CEF890607}"/>
              </a:ext>
            </a:extLst>
          </p:cNvPr>
          <p:cNvPicPr>
            <a:picLocks noChangeAspect="1"/>
          </p:cNvPicPr>
          <p:nvPr/>
        </p:nvPicPr>
        <p:blipFill>
          <a:blip r:embed="rId5"/>
          <a:stretch>
            <a:fillRect/>
          </a:stretch>
        </p:blipFill>
        <p:spPr>
          <a:xfrm>
            <a:off x="1658268" y="2081212"/>
            <a:ext cx="4762500" cy="2695575"/>
          </a:xfrm>
          <a:prstGeom prst="rect">
            <a:avLst/>
          </a:prstGeom>
        </p:spPr>
      </p:pic>
      <p:pic>
        <p:nvPicPr>
          <p:cNvPr id="5" name="Picture 4">
            <a:extLst>
              <a:ext uri="{FF2B5EF4-FFF2-40B4-BE49-F238E27FC236}">
                <a16:creationId xmlns:a16="http://schemas.microsoft.com/office/drawing/2014/main" id="{07EB5F45-117E-992C-C82D-8DA80F667EA2}"/>
              </a:ext>
            </a:extLst>
          </p:cNvPr>
          <p:cNvPicPr>
            <a:picLocks noChangeAspect="1"/>
          </p:cNvPicPr>
          <p:nvPr/>
        </p:nvPicPr>
        <p:blipFill>
          <a:blip r:embed="rId6"/>
          <a:stretch>
            <a:fillRect/>
          </a:stretch>
        </p:blipFill>
        <p:spPr>
          <a:xfrm>
            <a:off x="5366706" y="4766918"/>
            <a:ext cx="5810250" cy="390525"/>
          </a:xfrm>
          <a:prstGeom prst="rect">
            <a:avLst/>
          </a:prstGeom>
        </p:spPr>
      </p:pic>
    </p:spTree>
    <p:custDataLst>
      <p:tags r:id="rId1"/>
    </p:custDataLst>
    <p:extLst>
      <p:ext uri="{BB962C8B-B14F-4D97-AF65-F5344CB8AC3E}">
        <p14:creationId xmlns:p14="http://schemas.microsoft.com/office/powerpoint/2010/main" val="1109187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8C0F0F3F-FB67-F08D-4D35-9F51906D4F45}"/>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5CF17D57-6FE1-4F43-B48A-75C90052FDC6}"/>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r>
              <a:rPr lang="en-US" dirty="0"/>
              <a:t>Unit Testing</a:t>
            </a:r>
            <a:br>
              <a:rPr lang="en-US" dirty="0"/>
            </a:br>
            <a:r>
              <a:rPr lang="en-US" sz="1200" dirty="0" err="1"/>
              <a:t>ClearCollection</a:t>
            </a:r>
          </a:p>
        </p:txBody>
      </p:sp>
      <p:pic>
        <p:nvPicPr>
          <p:cNvPr id="197" name="Google Shape;197;g9504e29505_0_0" descr="Green Pace logo">
            <a:extLst>
              <a:ext uri="{FF2B5EF4-FFF2-40B4-BE49-F238E27FC236}">
                <a16:creationId xmlns:a16="http://schemas.microsoft.com/office/drawing/2014/main" id="{BF5C78F9-8F9D-BA26-41D3-1C4CDBC548BC}"/>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descr="A screen shot of a computer program&#10;&#10;AI-generated content may be incorrect.">
            <a:extLst>
              <a:ext uri="{FF2B5EF4-FFF2-40B4-BE49-F238E27FC236}">
                <a16:creationId xmlns:a16="http://schemas.microsoft.com/office/drawing/2014/main" id="{C793E2B4-347D-4898-F856-A68D183E7210}"/>
              </a:ext>
            </a:extLst>
          </p:cNvPr>
          <p:cNvPicPr>
            <a:picLocks noChangeAspect="1"/>
          </p:cNvPicPr>
          <p:nvPr/>
        </p:nvPicPr>
        <p:blipFill>
          <a:blip r:embed="rId5"/>
          <a:stretch>
            <a:fillRect/>
          </a:stretch>
        </p:blipFill>
        <p:spPr>
          <a:xfrm>
            <a:off x="2809625" y="1410201"/>
            <a:ext cx="3705225" cy="3676650"/>
          </a:xfrm>
          <a:prstGeom prst="rect">
            <a:avLst/>
          </a:prstGeom>
        </p:spPr>
      </p:pic>
      <p:pic>
        <p:nvPicPr>
          <p:cNvPr id="4" name="Picture 3">
            <a:extLst>
              <a:ext uri="{FF2B5EF4-FFF2-40B4-BE49-F238E27FC236}">
                <a16:creationId xmlns:a16="http://schemas.microsoft.com/office/drawing/2014/main" id="{569B8F3D-B8A9-918F-CAD4-539D78CB36D9}"/>
              </a:ext>
            </a:extLst>
          </p:cNvPr>
          <p:cNvPicPr>
            <a:picLocks noChangeAspect="1"/>
          </p:cNvPicPr>
          <p:nvPr/>
        </p:nvPicPr>
        <p:blipFill>
          <a:blip r:embed="rId6"/>
          <a:stretch>
            <a:fillRect/>
          </a:stretch>
        </p:blipFill>
        <p:spPr>
          <a:xfrm>
            <a:off x="5890210" y="5083342"/>
            <a:ext cx="4562475" cy="381000"/>
          </a:xfrm>
          <a:prstGeom prst="rect">
            <a:avLst/>
          </a:prstGeom>
        </p:spPr>
      </p:pic>
    </p:spTree>
    <p:custDataLst>
      <p:tags r:id="rId1"/>
    </p:custDataLst>
    <p:extLst>
      <p:ext uri="{BB962C8B-B14F-4D97-AF65-F5344CB8AC3E}">
        <p14:creationId xmlns:p14="http://schemas.microsoft.com/office/powerpoint/2010/main" val="1178677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3450724" y="2159376"/>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3" name="TextBox 2">
            <a:extLst>
              <a:ext uri="{FF2B5EF4-FFF2-40B4-BE49-F238E27FC236}">
                <a16:creationId xmlns:a16="http://schemas.microsoft.com/office/drawing/2014/main" id="{3553B40F-14C3-5D63-ED01-2D5FB1F5F7B4}"/>
              </a:ext>
            </a:extLst>
          </p:cNvPr>
          <p:cNvSpPr txBox="1"/>
          <p:nvPr/>
        </p:nvSpPr>
        <p:spPr>
          <a:xfrm>
            <a:off x="100263" y="2125579"/>
            <a:ext cx="3118184"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err="1">
                <a:solidFill>
                  <a:schemeClr val="bg1"/>
                </a:solidFill>
              </a:rPr>
              <a:t>DevSecOps</a:t>
            </a:r>
            <a:r>
              <a:rPr lang="en-US">
                <a:solidFill>
                  <a:schemeClr val="bg1"/>
                </a:solidFill>
              </a:rPr>
              <a:t> can help to ensure you are creating the most secure application possible and automation can help with this process</a:t>
            </a:r>
          </a:p>
          <a:p>
            <a:pPr marL="285750" indent="-285750">
              <a:buChar char="•"/>
            </a:pPr>
            <a:endParaRPr lang="en-US">
              <a:solidFill>
                <a:schemeClr val="bg1"/>
              </a:solidFill>
            </a:endParaRPr>
          </a:p>
          <a:p>
            <a:endParaRPr lang="en-US">
              <a:solidFill>
                <a:schemeClr val="bg1"/>
              </a:solidFill>
            </a:endParaRPr>
          </a:p>
          <a:p>
            <a:pPr marL="285750" indent="-285750">
              <a:buChar char="•"/>
            </a:pPr>
            <a:r>
              <a:rPr lang="en-US">
                <a:solidFill>
                  <a:schemeClr val="bg1"/>
                </a:solidFill>
              </a:rPr>
              <a:t>The  policies and standards set within this security policy document should be utilized during the </a:t>
            </a:r>
            <a:r>
              <a:rPr lang="en-US" err="1">
                <a:solidFill>
                  <a:schemeClr val="bg1"/>
                </a:solidFill>
              </a:rPr>
              <a:t>DevSecOps</a:t>
            </a:r>
            <a:r>
              <a:rPr lang="en-US">
                <a:solidFill>
                  <a:schemeClr val="bg1"/>
                </a:solidFill>
              </a:rPr>
              <a:t> process</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1" indent="-228600">
              <a:spcBef>
                <a:spcPts val="0"/>
              </a:spcBef>
              <a:buSzPts val="2000"/>
            </a:pPr>
            <a:r>
              <a:rPr lang="en-US"/>
              <a:t>The </a:t>
            </a:r>
            <a:r>
              <a:rPr lang="en-US" err="1"/>
              <a:t>DevSecOps</a:t>
            </a:r>
            <a:r>
              <a:rPr lang="en-US"/>
              <a:t> pipeline shows the flow the development process goes through</a:t>
            </a:r>
            <a:endParaRPr lang="en-US" sz="1600"/>
          </a:p>
          <a:p>
            <a:pPr marL="1143000" lvl="2" indent="-228600">
              <a:spcBef>
                <a:spcPts val="0"/>
              </a:spcBef>
              <a:buSzPts val="2000"/>
              <a:buFont typeface="Wingdings"/>
              <a:buChar char="§"/>
            </a:pPr>
            <a:r>
              <a:rPr lang="en-US"/>
              <a:t>Pre-production: step to design and test the software</a:t>
            </a:r>
          </a:p>
          <a:p>
            <a:pPr marL="1143000" lvl="2" indent="-228600">
              <a:spcBef>
                <a:spcPts val="0"/>
              </a:spcBef>
              <a:buSzPts val="2000"/>
              <a:buFont typeface="Wingdings"/>
              <a:buChar char="§"/>
            </a:pPr>
            <a:r>
              <a:rPr lang="en-US"/>
              <a:t>Production: steps for deploying, monitoring, and maintaining the software.</a:t>
            </a:r>
          </a:p>
          <a:p>
            <a:pPr marL="914400" lvl="2" indent="0">
              <a:spcBef>
                <a:spcPts val="0"/>
              </a:spcBef>
              <a:buSzPts val="2000"/>
              <a:buNone/>
            </a:pPr>
            <a:endParaRPr lang="en-US"/>
          </a:p>
          <a:p>
            <a:pPr marL="685800" lvl="1" indent="-228600">
              <a:buSzPts val="2000"/>
            </a:pPr>
            <a:r>
              <a:rPr lang="en-US"/>
              <a:t>Design stage – </a:t>
            </a:r>
            <a:r>
              <a:rPr lang="en-US" err="1"/>
              <a:t>owsap</a:t>
            </a:r>
            <a:r>
              <a:rPr lang="en-US"/>
              <a:t> or security policy for creating a secure design.</a:t>
            </a:r>
          </a:p>
          <a:p>
            <a:pPr marL="685800" lvl="1" indent="-228600">
              <a:buSzPts val="2000"/>
            </a:pPr>
            <a:r>
              <a:rPr lang="en-US"/>
              <a:t>Build stage – ide/compiler for compiling and running the code</a:t>
            </a:r>
          </a:p>
          <a:p>
            <a:pPr marL="685800" lvl="1" indent="-228600">
              <a:buSzPts val="2000"/>
            </a:pPr>
            <a:r>
              <a:rPr lang="en-US"/>
              <a:t>Verify and test stage – static analysis and unit testing tools</a:t>
            </a:r>
          </a:p>
          <a:p>
            <a:pPr marL="685800" lvl="1" indent="-228600">
              <a:buSzPts val="2000"/>
            </a:pPr>
            <a:r>
              <a:rPr lang="en-US"/>
              <a:t>Monitor and detect stage – logging and application monitoring tools</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228600" indent="-228600">
              <a:spcBef>
                <a:spcPts val="0"/>
              </a:spcBef>
              <a:buSzPts val="2000"/>
            </a:pPr>
            <a:r>
              <a:rPr lang="en-US" sz="2000"/>
              <a:t>When should security be implemented in the Software Development Lifecycle?</a:t>
            </a:r>
          </a:p>
          <a:p>
            <a:pPr marL="685800" lvl="1" indent="-228600">
              <a:spcBef>
                <a:spcPts val="0"/>
              </a:spcBef>
              <a:buSzPts val="2000"/>
              <a:buFont typeface="Courier New"/>
              <a:buChar char="o"/>
            </a:pPr>
            <a:r>
              <a:rPr lang="en-US" sz="1800"/>
              <a:t>It should be implemented immediately</a:t>
            </a:r>
          </a:p>
          <a:p>
            <a:pPr marL="228600" indent="-228600">
              <a:spcBef>
                <a:spcPts val="0"/>
              </a:spcBef>
              <a:buSzPts val="2000"/>
            </a:pPr>
            <a:endParaRPr lang="en-US" sz="2000"/>
          </a:p>
          <a:p>
            <a:pPr marL="228600" indent="-228600">
              <a:spcBef>
                <a:spcPts val="0"/>
              </a:spcBef>
              <a:buSzPts val="2000"/>
            </a:pPr>
            <a:r>
              <a:rPr lang="en-US" sz="2000"/>
              <a:t>Security of your application and data is serious and must be treated that way</a:t>
            </a:r>
          </a:p>
          <a:p>
            <a:pPr marL="228600" indent="-228600">
              <a:spcBef>
                <a:spcPts val="0"/>
              </a:spcBef>
              <a:buSzPts val="2000"/>
            </a:pPr>
            <a:endParaRPr lang="en-US" sz="2000"/>
          </a:p>
          <a:p>
            <a:pPr marL="228600" indent="-228600">
              <a:spcBef>
                <a:spcPts val="0"/>
              </a:spcBef>
              <a:buSzPts val="2000"/>
            </a:pPr>
            <a:r>
              <a:rPr lang="en-US" sz="2000"/>
              <a:t>Security should be thought of as planning begins.</a:t>
            </a:r>
          </a:p>
          <a:p>
            <a:pPr marL="228600" indent="-228600">
              <a:spcBef>
                <a:spcPts val="0"/>
              </a:spcBef>
              <a:buSzPts val="2000"/>
            </a:pPr>
            <a:endParaRPr lang="en-US" sz="2000"/>
          </a:p>
          <a:p>
            <a:pPr marL="228600" indent="-228600">
              <a:spcBef>
                <a:spcPts val="0"/>
              </a:spcBef>
              <a:buSzPts val="2000"/>
            </a:pPr>
            <a:r>
              <a:rPr lang="en-US" sz="2000"/>
              <a:t>Benefits</a:t>
            </a:r>
          </a:p>
          <a:p>
            <a:pPr marL="685800" lvl="1" indent="-228600">
              <a:spcBef>
                <a:spcPts val="0"/>
              </a:spcBef>
              <a:buSzPts val="2000"/>
              <a:buFont typeface="Courier New"/>
              <a:buChar char="o"/>
            </a:pPr>
            <a:r>
              <a:rPr lang="en-US" sz="1800"/>
              <a:t>Easier to implement security when planned from the start</a:t>
            </a:r>
          </a:p>
          <a:p>
            <a:pPr marL="685800" lvl="1" indent="-228600">
              <a:spcBef>
                <a:spcPts val="0"/>
              </a:spcBef>
              <a:buSzPts val="2000"/>
              <a:buFont typeface="Courier New"/>
              <a:buChar char="o"/>
            </a:pPr>
            <a:r>
              <a:rPr lang="en-US" sz="1800"/>
              <a:t>More robust/reliable code</a:t>
            </a:r>
          </a:p>
          <a:p>
            <a:pPr marL="685800" lvl="1" indent="-228600">
              <a:spcBef>
                <a:spcPts val="0"/>
              </a:spcBef>
              <a:buSzPts val="2000"/>
              <a:buFont typeface="Courier New"/>
              <a:buChar char="o"/>
            </a:pPr>
            <a:r>
              <a:rPr lang="en-US" sz="1800"/>
              <a:t>More consistent code</a:t>
            </a:r>
          </a:p>
          <a:p>
            <a:pPr marL="228600" indent="-228600">
              <a:spcBef>
                <a:spcPts val="0"/>
              </a:spcBef>
              <a:buSzPts val="2000"/>
            </a:pPr>
            <a:endParaRPr lang="en-US" sz="2000"/>
          </a:p>
          <a:p>
            <a:pPr marL="228600" indent="-228600">
              <a:spcBef>
                <a:spcPts val="0"/>
              </a:spcBef>
              <a:buSzPts val="2000"/>
            </a:pPr>
            <a:r>
              <a:rPr lang="en-US" sz="2000"/>
              <a:t>Risks</a:t>
            </a:r>
          </a:p>
          <a:p>
            <a:pPr marL="685800" lvl="1" indent="-228600">
              <a:spcBef>
                <a:spcPts val="0"/>
              </a:spcBef>
              <a:buSzPts val="2000"/>
              <a:buFont typeface="Courier New"/>
              <a:buChar char="o"/>
            </a:pPr>
            <a:r>
              <a:rPr lang="en-US" sz="1800"/>
              <a:t>Not enough buy-in</a:t>
            </a:r>
          </a:p>
          <a:p>
            <a:pPr marL="685800" lvl="1" indent="-228600">
              <a:spcBef>
                <a:spcPts val="0"/>
              </a:spcBef>
              <a:buSzPts val="2000"/>
              <a:buFont typeface="Courier New"/>
              <a:buChar char="o"/>
            </a:pPr>
            <a:r>
              <a:rPr lang="en-US" sz="1800"/>
              <a:t>Application breached and data exposed if taking a wait and see approach</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0" lvl="2" indent="-228600">
              <a:spcBef>
                <a:spcPts val="0"/>
              </a:spcBef>
            </a:pPr>
            <a:r>
              <a:rPr lang="en-US"/>
              <a:t>A security policy does no good if it is not understood and followed</a:t>
            </a:r>
          </a:p>
          <a:p>
            <a:pPr marL="1143000" lvl="2" indent="-228600">
              <a:spcBef>
                <a:spcPts val="0"/>
              </a:spcBef>
            </a:pPr>
            <a:endParaRPr lang="en-US"/>
          </a:p>
          <a:p>
            <a:pPr marL="1143000" lvl="2" indent="-228600">
              <a:spcBef>
                <a:spcPts val="0"/>
              </a:spcBef>
            </a:pPr>
            <a:r>
              <a:rPr lang="en-US" err="1"/>
              <a:t>DevSecOps</a:t>
            </a:r>
            <a:r>
              <a:rPr lang="en-US"/>
              <a:t> </a:t>
            </a:r>
            <a:r>
              <a:rPr lang="en-US" err="1"/>
              <a:t>tra</a:t>
            </a:r>
            <a:r>
              <a:rPr lang="en-US"/>
              <a:t>ining for developers</a:t>
            </a:r>
          </a:p>
          <a:p>
            <a:pPr marL="1143000" lvl="2" indent="-228600">
              <a:spcBef>
                <a:spcPts val="0"/>
              </a:spcBef>
            </a:pPr>
            <a:endParaRPr lang="en-US"/>
          </a:p>
          <a:p>
            <a:pPr marL="1143000" lvl="2" indent="-228600">
              <a:spcBef>
                <a:spcPts val="0"/>
              </a:spcBef>
            </a:pPr>
            <a:r>
              <a:rPr lang="en-US"/>
              <a:t>Automated monitoring of software dependencies for vulnerabilities and patches to prevent supply chain attacks.</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indent="-228600">
              <a:spcBef>
                <a:spcPts val="0"/>
              </a:spcBef>
              <a:buSzPts val="2200"/>
            </a:pPr>
            <a:r>
              <a:rPr lang="en-US"/>
              <a:t>Security must be considered from the beginning</a:t>
            </a:r>
            <a:endParaRPr lang="en-US" sz="1800"/>
          </a:p>
          <a:p>
            <a:pPr marL="228600" lvl="0" indent="-228600" algn="l">
              <a:lnSpc>
                <a:spcPct val="90000"/>
              </a:lnSpc>
              <a:spcBef>
                <a:spcPts val="0"/>
              </a:spcBef>
              <a:spcAft>
                <a:spcPts val="0"/>
              </a:spcAft>
              <a:buClr>
                <a:schemeClr val="lt1"/>
              </a:buClr>
              <a:buSzPts val="2200"/>
            </a:pPr>
            <a:endParaRPr lang="en-US"/>
          </a:p>
          <a:p>
            <a:pPr marL="228600" indent="-228600">
              <a:spcBef>
                <a:spcPts val="0"/>
              </a:spcBef>
              <a:buSzPts val="2200"/>
            </a:pPr>
            <a:r>
              <a:rPr lang="en-US"/>
              <a:t>Training must be provided on security and security policies</a:t>
            </a:r>
          </a:p>
          <a:p>
            <a:pPr marL="228600" indent="-228600">
              <a:spcBef>
                <a:spcPts val="0"/>
              </a:spcBef>
              <a:buSzPts val="2200"/>
            </a:pPr>
            <a:endParaRPr lang="en-US"/>
          </a:p>
          <a:p>
            <a:pPr marL="228600" indent="-228600">
              <a:spcBef>
                <a:spcPts val="0"/>
              </a:spcBef>
              <a:buSzPts val="2200"/>
            </a:pPr>
            <a:r>
              <a:rPr lang="en-US"/>
              <a:t>Enforcement mechanisms should be in place to ensure the security policy if followed.</a:t>
            </a:r>
          </a:p>
          <a:p>
            <a:pPr marL="685800" lvl="1" indent="-228600">
              <a:spcBef>
                <a:spcPts val="0"/>
              </a:spcBef>
              <a:buSzPts val="2200"/>
              <a:buFont typeface="Courier New"/>
              <a:buChar char="o"/>
            </a:pPr>
            <a:r>
              <a:rPr lang="en-US"/>
              <a:t>Deployment of an application should not be possible if the security policy requirement is not met</a:t>
            </a:r>
          </a:p>
          <a:p>
            <a:pPr marL="685800" lvl="1" indent="-228600">
              <a:spcBef>
                <a:spcPts val="0"/>
              </a:spcBef>
              <a:buSzPts val="2200"/>
              <a:buFont typeface="Courier New"/>
              <a:buChar char="o"/>
            </a:pPr>
            <a:endParaRPr lang="en-US"/>
          </a:p>
          <a:p>
            <a:pPr marL="228600" indent="-228600">
              <a:spcBef>
                <a:spcPts val="0"/>
              </a:spcBef>
              <a:buSzPts val="2200"/>
            </a:pPr>
            <a:r>
              <a:rPr lang="en-US"/>
              <a:t>The security policy should be regularly reviewed and updated where needed.</a:t>
            </a:r>
          </a:p>
          <a:p>
            <a:pPr marL="228600" indent="-88900">
              <a:buSzPts val="2200"/>
              <a:buNone/>
            </a:pPr>
            <a:endParaRPr lang="en-US"/>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342900">
              <a:spcBef>
                <a:spcPts val="0"/>
              </a:spcBef>
              <a:buSzPts val="2200"/>
            </a:pPr>
            <a:r>
              <a:rPr lang="en-US" i="1"/>
              <a:t>Digital Security Best Practices</a:t>
            </a:r>
            <a:r>
              <a:rPr lang="en-US"/>
              <a:t>. Microsoft Security Blog. (2026, March 31). </a:t>
            </a:r>
            <a:r>
              <a:rPr lang="en-US">
                <a:hlinkClick r:id="rId4"/>
              </a:rPr>
              <a:t>https://www.microsoft.com/en-us/security/blog/content-type/best-practices/</a:t>
            </a:r>
            <a:r>
              <a:rPr lang="en-US"/>
              <a:t> </a:t>
            </a:r>
          </a:p>
          <a:p>
            <a:pPr marL="342900">
              <a:spcBef>
                <a:spcPts val="0"/>
              </a:spcBef>
              <a:buSzPts val="2200"/>
            </a:pPr>
            <a:r>
              <a:rPr lang="en-US" i="1"/>
              <a:t>Sei cert C++ coding standard</a:t>
            </a:r>
            <a:r>
              <a:rPr lang="en-US"/>
              <a:t>. SEI CERT C++ Coding Standard | CERT Secure Coding. (n.d.-a). </a:t>
            </a:r>
            <a:r>
              <a:rPr lang="en-US">
                <a:hlinkClick r:id="rId5"/>
              </a:rPr>
              <a:t>https://cmu-sei.github.io/secure-coding-standards/sei-cert-cpp-coding-standard</a:t>
            </a:r>
            <a:r>
              <a:rPr lang="en-US"/>
              <a:t> </a:t>
            </a:r>
          </a:p>
          <a:p>
            <a:pPr marL="342900">
              <a:spcBef>
                <a:spcPts val="0"/>
              </a:spcBef>
              <a:buSzPts val="2200"/>
            </a:pPr>
            <a:endParaRPr lang="en-US"/>
          </a:p>
          <a:p>
            <a:pPr marL="228600" indent="-228600">
              <a:spcBef>
                <a:spcPts val="0"/>
              </a:spcBef>
              <a:buSzPts val="2200"/>
            </a:pPr>
            <a:endParaRPr lang="en-US"/>
          </a:p>
        </p:txBody>
      </p:sp>
      <p:pic>
        <p:nvPicPr>
          <p:cNvPr id="239" name="Google Shape;239;p1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9B35DD-16B6-4415-A905-CDACA4FC6DBE}">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DB4D054-FC38-43E0-B24C-8E3420B75B81}">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17</Slides>
  <Notes>17</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Vapor Trail</vt:lpstr>
      <vt:lpstr>Green Pace</vt:lpstr>
      <vt:lpstr>OVERVIEW: DEFENSE IN DEPTH</vt:lpstr>
      <vt:lpstr>THREATS MATRIX</vt:lpstr>
      <vt:lpstr>10 PRINCIPLES</vt:lpstr>
      <vt:lpstr>CODING STANDARDS In Order of Priority</vt:lpstr>
      <vt:lpstr>ENCRYPTION POLICIES</vt:lpstr>
      <vt:lpstr>TRIPLE-A POLICIES</vt:lpstr>
      <vt:lpstr>Unit Testing CanAddFiveValuesToCollection</vt:lpstr>
      <vt:lpstr>Unit Testing MaxSizeGreaterThanSize</vt:lpstr>
      <vt:lpstr>Unit Testing ResizeIncreasesCollectionSize</vt:lpstr>
      <vt:lpstr>Unit Testing ClearCollection</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revision>17</cp:revision>
  <dcterms:created xsi:type="dcterms:W3CDTF">2020-08-19T17:59:24Z</dcterms:created>
  <dcterms:modified xsi:type="dcterms:W3CDTF">2026-04-18T20:48:44Z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